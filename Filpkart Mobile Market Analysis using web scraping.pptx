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60" r:id="rId3"/>
    <p:sldId id="258"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59" r:id="rId20"/>
  </p:sldIdLst>
  <p:sldSz cx="12192000" cy="6858000"/>
  <p:notesSz cx="6858000" cy="9144000"/>
  <p:embeddedFontLst>
    <p:embeddedFont>
      <p:font typeface="Lato Black" panose="020F0502020204030203" pitchFamily="34" charset="0"/>
      <p:bold r:id="rId22"/>
    </p:embeddedFont>
    <p:embeddedFont>
      <p:font typeface="Libre Baskerville" panose="02000000000000000000" pitchFamily="2" charset="0"/>
      <p:regular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hOJMYRtMJHTmKh9+lTrbj+exko0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764DC0-5EF2-4EAA-A8B3-8EE2C3FFAB16}" v="42" dt="2026-10-24T16:28:16.4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vani Challa" userId="b7aba7850f583140" providerId="LiveId" clId="{F011CCF1-B13C-41B0-B5B5-FDD71405C85D}"/>
    <pc:docChg chg="undo custSel addSld delSld modSld sldOrd">
      <pc:chgData name="Sivani Challa" userId="b7aba7850f583140" providerId="LiveId" clId="{F011CCF1-B13C-41B0-B5B5-FDD71405C85D}" dt="2026-10-24T16:28:51.701" v="751" actId="20577"/>
      <pc:docMkLst>
        <pc:docMk/>
      </pc:docMkLst>
      <pc:sldChg chg="modSp mod">
        <pc:chgData name="Sivani Challa" userId="b7aba7850f583140" providerId="LiveId" clId="{F011CCF1-B13C-41B0-B5B5-FDD71405C85D}" dt="2026-10-24T14:55:41.208" v="666" actId="1036"/>
        <pc:sldMkLst>
          <pc:docMk/>
          <pc:sldMk cId="0" sldId="256"/>
        </pc:sldMkLst>
        <pc:picChg chg="mod">
          <ac:chgData name="Sivani Challa" userId="b7aba7850f583140" providerId="LiveId" clId="{F011CCF1-B13C-41B0-B5B5-FDD71405C85D}" dt="2026-10-24T14:55:41.208" v="666" actId="1036"/>
          <ac:picMkLst>
            <pc:docMk/>
            <pc:sldMk cId="0" sldId="256"/>
            <ac:picMk id="98" creationId="{00000000-0000-0000-0000-000000000000}"/>
          </ac:picMkLst>
        </pc:picChg>
      </pc:sldChg>
      <pc:sldChg chg="del">
        <pc:chgData name="Sivani Challa" userId="b7aba7850f583140" providerId="LiveId" clId="{F011CCF1-B13C-41B0-B5B5-FDD71405C85D}" dt="2026-10-24T14:32:57.570" v="269" actId="2696"/>
        <pc:sldMkLst>
          <pc:docMk/>
          <pc:sldMk cId="0" sldId="257"/>
        </pc:sldMkLst>
      </pc:sldChg>
      <pc:sldChg chg="addSp modSp mod ord">
        <pc:chgData name="Sivani Challa" userId="b7aba7850f583140" providerId="LiveId" clId="{F011CCF1-B13C-41B0-B5B5-FDD71405C85D}" dt="2026-10-24T14:48:28.026" v="620" actId="1076"/>
        <pc:sldMkLst>
          <pc:docMk/>
          <pc:sldMk cId="0" sldId="258"/>
        </pc:sldMkLst>
        <pc:spChg chg="mod">
          <ac:chgData name="Sivani Challa" userId="b7aba7850f583140" providerId="LiveId" clId="{F011CCF1-B13C-41B0-B5B5-FDD71405C85D}" dt="2026-10-24T14:33:31.919" v="272" actId="1076"/>
          <ac:spMkLst>
            <pc:docMk/>
            <pc:sldMk cId="0" sldId="258"/>
            <ac:spMk id="110" creationId="{00000000-0000-0000-0000-000000000000}"/>
          </ac:spMkLst>
        </pc:spChg>
        <pc:spChg chg="mod">
          <ac:chgData name="Sivani Challa" userId="b7aba7850f583140" providerId="LiveId" clId="{F011CCF1-B13C-41B0-B5B5-FDD71405C85D}" dt="2026-10-24T14:48:28.026" v="620" actId="1076"/>
          <ac:spMkLst>
            <pc:docMk/>
            <pc:sldMk cId="0" sldId="258"/>
            <ac:spMk id="111" creationId="{00000000-0000-0000-0000-000000000000}"/>
          </ac:spMkLst>
        </pc:spChg>
        <pc:cxnChg chg="add mod">
          <ac:chgData name="Sivani Challa" userId="b7aba7850f583140" providerId="LiveId" clId="{F011CCF1-B13C-41B0-B5B5-FDD71405C85D}" dt="2026-10-24T14:48:23.715" v="619" actId="1076"/>
          <ac:cxnSpMkLst>
            <pc:docMk/>
            <pc:sldMk cId="0" sldId="258"/>
            <ac:cxnSpMk id="3" creationId="{44B00248-E8D8-EE21-9983-874E142B854B}"/>
          </ac:cxnSpMkLst>
        </pc:cxnChg>
      </pc:sldChg>
      <pc:sldChg chg="addSp modSp mod ord">
        <pc:chgData name="Sivani Challa" userId="b7aba7850f583140" providerId="LiveId" clId="{F011CCF1-B13C-41B0-B5B5-FDD71405C85D}" dt="2026-10-24T16:28:51.701" v="751" actId="20577"/>
        <pc:sldMkLst>
          <pc:docMk/>
          <pc:sldMk cId="3917071383" sldId="260"/>
        </pc:sldMkLst>
        <pc:spChg chg="mod">
          <ac:chgData name="Sivani Challa" userId="b7aba7850f583140" providerId="LiveId" clId="{F011CCF1-B13C-41B0-B5B5-FDD71405C85D}" dt="2026-10-24T14:58:26.536" v="669" actId="1076"/>
          <ac:spMkLst>
            <pc:docMk/>
            <pc:sldMk cId="3917071383" sldId="260"/>
            <ac:spMk id="2" creationId="{7933AE5A-E68F-CE20-02DC-8E7DD57A98F1}"/>
          </ac:spMkLst>
        </pc:spChg>
        <pc:spChg chg="mod">
          <ac:chgData name="Sivani Challa" userId="b7aba7850f583140" providerId="LiveId" clId="{F011CCF1-B13C-41B0-B5B5-FDD71405C85D}" dt="2026-10-24T16:28:51.701" v="751" actId="20577"/>
          <ac:spMkLst>
            <pc:docMk/>
            <pc:sldMk cId="3917071383" sldId="260"/>
            <ac:spMk id="3" creationId="{872D2011-E6FE-82EB-B302-362F26389AFB}"/>
          </ac:spMkLst>
        </pc:spChg>
        <pc:cxnChg chg="add mod">
          <ac:chgData name="Sivani Challa" userId="b7aba7850f583140" providerId="LiveId" clId="{F011CCF1-B13C-41B0-B5B5-FDD71405C85D}" dt="2026-10-24T14:58:55.335" v="673" actId="14100"/>
          <ac:cxnSpMkLst>
            <pc:docMk/>
            <pc:sldMk cId="3917071383" sldId="260"/>
            <ac:cxnSpMk id="5" creationId="{2481A98A-B452-3831-980B-1E6A60502EEB}"/>
          </ac:cxnSpMkLst>
        </pc:cxnChg>
      </pc:sldChg>
      <pc:sldChg chg="modSp mod">
        <pc:chgData name="Sivani Challa" userId="b7aba7850f583140" providerId="LiveId" clId="{F011CCF1-B13C-41B0-B5B5-FDD71405C85D}" dt="2026-10-24T14:49:10.303" v="623" actId="120"/>
        <pc:sldMkLst>
          <pc:docMk/>
          <pc:sldMk cId="2120315057" sldId="261"/>
        </pc:sldMkLst>
        <pc:spChg chg="mod">
          <ac:chgData name="Sivani Challa" userId="b7aba7850f583140" providerId="LiveId" clId="{F011CCF1-B13C-41B0-B5B5-FDD71405C85D}" dt="2026-10-24T14:49:10.303" v="623" actId="120"/>
          <ac:spMkLst>
            <pc:docMk/>
            <pc:sldMk cId="2120315057" sldId="261"/>
            <ac:spMk id="3" creationId="{0B93864D-8DAB-CA57-9A7F-F9C8917BB80E}"/>
          </ac:spMkLst>
        </pc:spChg>
      </pc:sldChg>
      <pc:sldChg chg="modSp mod">
        <pc:chgData name="Sivani Challa" userId="b7aba7850f583140" providerId="LiveId" clId="{F011CCF1-B13C-41B0-B5B5-FDD71405C85D}" dt="2026-10-24T16:24:07.054" v="740" actId="1076"/>
        <pc:sldMkLst>
          <pc:docMk/>
          <pc:sldMk cId="1441281195" sldId="262"/>
        </pc:sldMkLst>
        <pc:spChg chg="mod">
          <ac:chgData name="Sivani Challa" userId="b7aba7850f583140" providerId="LiveId" clId="{F011CCF1-B13C-41B0-B5B5-FDD71405C85D}" dt="2026-10-24T16:23:20.913" v="731" actId="1076"/>
          <ac:spMkLst>
            <pc:docMk/>
            <pc:sldMk cId="1441281195" sldId="262"/>
            <ac:spMk id="10" creationId="{78556F01-6122-D3CB-ACEB-6D4E9005B3AD}"/>
          </ac:spMkLst>
        </pc:spChg>
        <pc:spChg chg="mod">
          <ac:chgData name="Sivani Challa" userId="b7aba7850f583140" providerId="LiveId" clId="{F011CCF1-B13C-41B0-B5B5-FDD71405C85D}" dt="2026-10-24T15:59:27.893" v="715" actId="313"/>
          <ac:spMkLst>
            <pc:docMk/>
            <pc:sldMk cId="1441281195" sldId="262"/>
            <ac:spMk id="16" creationId="{C4D72374-FDD8-7262-7486-873E00E0DD3B}"/>
          </ac:spMkLst>
        </pc:spChg>
        <pc:spChg chg="mod">
          <ac:chgData name="Sivani Challa" userId="b7aba7850f583140" providerId="LiveId" clId="{F011CCF1-B13C-41B0-B5B5-FDD71405C85D}" dt="2026-10-24T16:23:25.735" v="732" actId="1076"/>
          <ac:spMkLst>
            <pc:docMk/>
            <pc:sldMk cId="1441281195" sldId="262"/>
            <ac:spMk id="18" creationId="{B537F2EF-1A9C-ADC6-3B17-96C14537990E}"/>
          </ac:spMkLst>
        </pc:spChg>
        <pc:spChg chg="mod">
          <ac:chgData name="Sivani Challa" userId="b7aba7850f583140" providerId="LiveId" clId="{F011CCF1-B13C-41B0-B5B5-FDD71405C85D}" dt="2026-10-24T16:02:25.330" v="719" actId="20577"/>
          <ac:spMkLst>
            <pc:docMk/>
            <pc:sldMk cId="1441281195" sldId="262"/>
            <ac:spMk id="24" creationId="{4E6572B9-7CEA-0194-621A-7AD161AA4F38}"/>
          </ac:spMkLst>
        </pc:spChg>
        <pc:spChg chg="mod">
          <ac:chgData name="Sivani Challa" userId="b7aba7850f583140" providerId="LiveId" clId="{F011CCF1-B13C-41B0-B5B5-FDD71405C85D}" dt="2026-10-24T16:23:30.007" v="733" actId="1076"/>
          <ac:spMkLst>
            <pc:docMk/>
            <pc:sldMk cId="1441281195" sldId="262"/>
            <ac:spMk id="26" creationId="{62078D26-8B2B-A23D-53DA-7E5E9F24164D}"/>
          </ac:spMkLst>
        </pc:spChg>
        <pc:spChg chg="mod">
          <ac:chgData name="Sivani Challa" userId="b7aba7850f583140" providerId="LiveId" clId="{F011CCF1-B13C-41B0-B5B5-FDD71405C85D}" dt="2026-10-24T16:23:32.868" v="734" actId="1076"/>
          <ac:spMkLst>
            <pc:docMk/>
            <pc:sldMk cId="1441281195" sldId="262"/>
            <ac:spMk id="34" creationId="{C8E82240-2054-7811-99D8-1F248193F416}"/>
          </ac:spMkLst>
        </pc:spChg>
        <pc:spChg chg="mod">
          <ac:chgData name="Sivani Challa" userId="b7aba7850f583140" providerId="LiveId" clId="{F011CCF1-B13C-41B0-B5B5-FDD71405C85D}" dt="2026-10-24T16:22:23.336" v="723" actId="1076"/>
          <ac:spMkLst>
            <pc:docMk/>
            <pc:sldMk cId="1441281195" sldId="262"/>
            <ac:spMk id="38" creationId="{91E24C85-BE08-02E7-97BA-77A11AF800C4}"/>
          </ac:spMkLst>
        </pc:spChg>
        <pc:spChg chg="mod">
          <ac:chgData name="Sivani Challa" userId="b7aba7850f583140" providerId="LiveId" clId="{F011CCF1-B13C-41B0-B5B5-FDD71405C85D}" dt="2026-10-24T16:24:07.054" v="740" actId="1076"/>
          <ac:spMkLst>
            <pc:docMk/>
            <pc:sldMk cId="1441281195" sldId="262"/>
            <ac:spMk id="42" creationId="{FBAF904E-4375-E45B-3BAA-9E71FF6C935F}"/>
          </ac:spMkLst>
        </pc:spChg>
        <pc:spChg chg="mod">
          <ac:chgData name="Sivani Challa" userId="b7aba7850f583140" providerId="LiveId" clId="{F011CCF1-B13C-41B0-B5B5-FDD71405C85D}" dt="2026-10-24T16:23:58.337" v="739" actId="1076"/>
          <ac:spMkLst>
            <pc:docMk/>
            <pc:sldMk cId="1441281195" sldId="262"/>
            <ac:spMk id="50" creationId="{A42AD134-E66A-5120-2CE2-3371333A6735}"/>
          </ac:spMkLst>
        </pc:spChg>
        <pc:spChg chg="mod">
          <ac:chgData name="Sivani Challa" userId="b7aba7850f583140" providerId="LiveId" clId="{F011CCF1-B13C-41B0-B5B5-FDD71405C85D}" dt="2026-10-24T16:23:49.508" v="738" actId="1076"/>
          <ac:spMkLst>
            <pc:docMk/>
            <pc:sldMk cId="1441281195" sldId="262"/>
            <ac:spMk id="58" creationId="{F770F12D-AD7C-492B-62A2-CB277CFB3762}"/>
          </ac:spMkLst>
        </pc:spChg>
        <pc:spChg chg="mod">
          <ac:chgData name="Sivani Challa" userId="b7aba7850f583140" providerId="LiveId" clId="{F011CCF1-B13C-41B0-B5B5-FDD71405C85D}" dt="2026-10-24T16:23:43.532" v="737" actId="1076"/>
          <ac:spMkLst>
            <pc:docMk/>
            <pc:sldMk cId="1441281195" sldId="262"/>
            <ac:spMk id="62" creationId="{9862E84B-C660-91DC-6C23-871CFAD343F9}"/>
          </ac:spMkLst>
        </pc:spChg>
        <pc:spChg chg="mod">
          <ac:chgData name="Sivani Challa" userId="b7aba7850f583140" providerId="LiveId" clId="{F011CCF1-B13C-41B0-B5B5-FDD71405C85D}" dt="2026-10-24T16:23:38.025" v="735" actId="1076"/>
          <ac:spMkLst>
            <pc:docMk/>
            <pc:sldMk cId="1441281195" sldId="262"/>
            <ac:spMk id="66" creationId="{FC389FF3-914A-DF33-AF43-9A4D1F8ACCDF}"/>
          </ac:spMkLst>
        </pc:spChg>
      </pc:sldChg>
      <pc:sldChg chg="modSp mod">
        <pc:chgData name="Sivani Challa" userId="b7aba7850f583140" providerId="LiveId" clId="{F011CCF1-B13C-41B0-B5B5-FDD71405C85D}" dt="2026-10-24T14:49:34.243" v="624" actId="2711"/>
        <pc:sldMkLst>
          <pc:docMk/>
          <pc:sldMk cId="3247242240" sldId="263"/>
        </pc:sldMkLst>
        <pc:spChg chg="mod">
          <ac:chgData name="Sivani Challa" userId="b7aba7850f583140" providerId="LiveId" clId="{F011CCF1-B13C-41B0-B5B5-FDD71405C85D}" dt="2026-10-24T14:49:34.243" v="624" actId="2711"/>
          <ac:spMkLst>
            <pc:docMk/>
            <pc:sldMk cId="3247242240" sldId="263"/>
            <ac:spMk id="3" creationId="{0AFCC2CF-5A51-1C5F-C251-3D1705E788BE}"/>
          </ac:spMkLst>
        </pc:spChg>
      </pc:sldChg>
      <pc:sldChg chg="modSp mod">
        <pc:chgData name="Sivani Challa" userId="b7aba7850f583140" providerId="LiveId" clId="{F011CCF1-B13C-41B0-B5B5-FDD71405C85D}" dt="2026-10-24T14:49:48.777" v="625" actId="2711"/>
        <pc:sldMkLst>
          <pc:docMk/>
          <pc:sldMk cId="311288840" sldId="264"/>
        </pc:sldMkLst>
        <pc:spChg chg="mod">
          <ac:chgData name="Sivani Challa" userId="b7aba7850f583140" providerId="LiveId" clId="{F011CCF1-B13C-41B0-B5B5-FDD71405C85D}" dt="2026-10-24T14:49:48.777" v="625" actId="2711"/>
          <ac:spMkLst>
            <pc:docMk/>
            <pc:sldMk cId="311288840" sldId="264"/>
            <ac:spMk id="3" creationId="{4B34ABE0-61E7-7FE3-4D4D-42E67FFF57C3}"/>
          </ac:spMkLst>
        </pc:spChg>
      </pc:sldChg>
      <pc:sldChg chg="modSp mod">
        <pc:chgData name="Sivani Challa" userId="b7aba7850f583140" providerId="LiveId" clId="{F011CCF1-B13C-41B0-B5B5-FDD71405C85D}" dt="2026-10-24T14:50:21.372" v="630" actId="2711"/>
        <pc:sldMkLst>
          <pc:docMk/>
          <pc:sldMk cId="1068767213" sldId="265"/>
        </pc:sldMkLst>
        <pc:spChg chg="mod">
          <ac:chgData name="Sivani Challa" userId="b7aba7850f583140" providerId="LiveId" clId="{F011CCF1-B13C-41B0-B5B5-FDD71405C85D}" dt="2026-10-24T14:50:12.108" v="629" actId="207"/>
          <ac:spMkLst>
            <pc:docMk/>
            <pc:sldMk cId="1068767213" sldId="265"/>
            <ac:spMk id="2" creationId="{397B72B3-8173-1BF7-93A5-5451CEB6A265}"/>
          </ac:spMkLst>
        </pc:spChg>
        <pc:spChg chg="mod">
          <ac:chgData name="Sivani Challa" userId="b7aba7850f583140" providerId="LiveId" clId="{F011CCF1-B13C-41B0-B5B5-FDD71405C85D}" dt="2026-10-24T14:50:21.372" v="630" actId="2711"/>
          <ac:spMkLst>
            <pc:docMk/>
            <pc:sldMk cId="1068767213" sldId="265"/>
            <ac:spMk id="3" creationId="{0884BF5B-CD26-227F-0626-DB7B18103E39}"/>
          </ac:spMkLst>
        </pc:spChg>
      </pc:sldChg>
      <pc:sldChg chg="modSp mod">
        <pc:chgData name="Sivani Challa" userId="b7aba7850f583140" providerId="LiveId" clId="{F011CCF1-B13C-41B0-B5B5-FDD71405C85D}" dt="2026-10-24T14:50:50.991" v="635" actId="2711"/>
        <pc:sldMkLst>
          <pc:docMk/>
          <pc:sldMk cId="1478140749" sldId="266"/>
        </pc:sldMkLst>
        <pc:spChg chg="mod">
          <ac:chgData name="Sivani Challa" userId="b7aba7850f583140" providerId="LiveId" clId="{F011CCF1-B13C-41B0-B5B5-FDD71405C85D}" dt="2026-10-24T14:50:41.516" v="634" actId="207"/>
          <ac:spMkLst>
            <pc:docMk/>
            <pc:sldMk cId="1478140749" sldId="266"/>
            <ac:spMk id="2" creationId="{2CC81D2E-1766-3A97-CE82-AF8E27352DB3}"/>
          </ac:spMkLst>
        </pc:spChg>
        <pc:spChg chg="mod">
          <ac:chgData name="Sivani Challa" userId="b7aba7850f583140" providerId="LiveId" clId="{F011CCF1-B13C-41B0-B5B5-FDD71405C85D}" dt="2026-10-24T14:50:50.991" v="635" actId="2711"/>
          <ac:spMkLst>
            <pc:docMk/>
            <pc:sldMk cId="1478140749" sldId="266"/>
            <ac:spMk id="3" creationId="{E0D299F6-9A85-EFF4-1960-8B58CC072727}"/>
          </ac:spMkLst>
        </pc:spChg>
      </pc:sldChg>
      <pc:sldChg chg="modSp mod">
        <pc:chgData name="Sivani Challa" userId="b7aba7850f583140" providerId="LiveId" clId="{F011CCF1-B13C-41B0-B5B5-FDD71405C85D}" dt="2026-10-24T14:51:27.446" v="641" actId="27636"/>
        <pc:sldMkLst>
          <pc:docMk/>
          <pc:sldMk cId="2372792813" sldId="267"/>
        </pc:sldMkLst>
        <pc:spChg chg="mod">
          <ac:chgData name="Sivani Challa" userId="b7aba7850f583140" providerId="LiveId" clId="{F011CCF1-B13C-41B0-B5B5-FDD71405C85D}" dt="2026-10-24T14:51:13.862" v="639" actId="255"/>
          <ac:spMkLst>
            <pc:docMk/>
            <pc:sldMk cId="2372792813" sldId="267"/>
            <ac:spMk id="2" creationId="{3E642923-73D1-4802-736C-DB80D5BF9540}"/>
          </ac:spMkLst>
        </pc:spChg>
        <pc:spChg chg="mod">
          <ac:chgData name="Sivani Challa" userId="b7aba7850f583140" providerId="LiveId" clId="{F011CCF1-B13C-41B0-B5B5-FDD71405C85D}" dt="2026-10-24T14:51:27.446" v="641" actId="27636"/>
          <ac:spMkLst>
            <pc:docMk/>
            <pc:sldMk cId="2372792813" sldId="267"/>
            <ac:spMk id="3" creationId="{8AE3AA24-70EF-CC4D-BF86-46FA63F36A9E}"/>
          </ac:spMkLst>
        </pc:spChg>
      </pc:sldChg>
      <pc:sldChg chg="modSp mod">
        <pc:chgData name="Sivani Challa" userId="b7aba7850f583140" providerId="LiveId" clId="{F011CCF1-B13C-41B0-B5B5-FDD71405C85D}" dt="2026-10-24T14:52:04.929" v="645" actId="2711"/>
        <pc:sldMkLst>
          <pc:docMk/>
          <pc:sldMk cId="3336763354" sldId="268"/>
        </pc:sldMkLst>
        <pc:spChg chg="mod">
          <ac:chgData name="Sivani Challa" userId="b7aba7850f583140" providerId="LiveId" clId="{F011CCF1-B13C-41B0-B5B5-FDD71405C85D}" dt="2026-10-24T14:51:55.834" v="644" actId="255"/>
          <ac:spMkLst>
            <pc:docMk/>
            <pc:sldMk cId="3336763354" sldId="268"/>
            <ac:spMk id="2" creationId="{25E0426D-AECA-FF2E-B270-52D8DAAEEC3E}"/>
          </ac:spMkLst>
        </pc:spChg>
        <pc:spChg chg="mod">
          <ac:chgData name="Sivani Challa" userId="b7aba7850f583140" providerId="LiveId" clId="{F011CCF1-B13C-41B0-B5B5-FDD71405C85D}" dt="2026-10-24T14:52:04.929" v="645" actId="2711"/>
          <ac:spMkLst>
            <pc:docMk/>
            <pc:sldMk cId="3336763354" sldId="268"/>
            <ac:spMk id="3" creationId="{A5A2C172-5B32-E723-E94B-09DA8A721FC4}"/>
          </ac:spMkLst>
        </pc:spChg>
      </pc:sldChg>
      <pc:sldChg chg="modSp mod">
        <pc:chgData name="Sivani Challa" userId="b7aba7850f583140" providerId="LiveId" clId="{F011CCF1-B13C-41B0-B5B5-FDD71405C85D}" dt="2026-10-24T14:52:36.834" v="648" actId="2711"/>
        <pc:sldMkLst>
          <pc:docMk/>
          <pc:sldMk cId="863736693" sldId="269"/>
        </pc:sldMkLst>
        <pc:spChg chg="mod">
          <ac:chgData name="Sivani Challa" userId="b7aba7850f583140" providerId="LiveId" clId="{F011CCF1-B13C-41B0-B5B5-FDD71405C85D}" dt="2026-10-24T14:52:27.292" v="647" actId="27636"/>
          <ac:spMkLst>
            <pc:docMk/>
            <pc:sldMk cId="863736693" sldId="269"/>
            <ac:spMk id="2" creationId="{17E50C3A-B22C-3478-B027-ABD7E1E287D8}"/>
          </ac:spMkLst>
        </pc:spChg>
        <pc:spChg chg="mod">
          <ac:chgData name="Sivani Challa" userId="b7aba7850f583140" providerId="LiveId" clId="{F011CCF1-B13C-41B0-B5B5-FDD71405C85D}" dt="2026-10-24T14:52:36.834" v="648" actId="2711"/>
          <ac:spMkLst>
            <pc:docMk/>
            <pc:sldMk cId="863736693" sldId="269"/>
            <ac:spMk id="3" creationId="{CAD939CE-330B-6CB4-833D-5BAA60B95823}"/>
          </ac:spMkLst>
        </pc:spChg>
      </pc:sldChg>
      <pc:sldChg chg="addSp modSp new mod">
        <pc:chgData name="Sivani Challa" userId="b7aba7850f583140" providerId="LiveId" clId="{F011CCF1-B13C-41B0-B5B5-FDD71405C85D}" dt="2026-10-24T14:53:00.228" v="651" actId="27636"/>
        <pc:sldMkLst>
          <pc:docMk/>
          <pc:sldMk cId="3567299637" sldId="270"/>
        </pc:sldMkLst>
        <pc:spChg chg="mod">
          <ac:chgData name="Sivani Challa" userId="b7aba7850f583140" providerId="LiveId" clId="{F011CCF1-B13C-41B0-B5B5-FDD71405C85D}" dt="2026-10-24T14:52:49.976" v="649" actId="2711"/>
          <ac:spMkLst>
            <pc:docMk/>
            <pc:sldMk cId="3567299637" sldId="270"/>
            <ac:spMk id="2" creationId="{A9A282AF-EBF0-2565-FF90-987A5650BAB0}"/>
          </ac:spMkLst>
        </pc:spChg>
        <pc:spChg chg="mod">
          <ac:chgData name="Sivani Challa" userId="b7aba7850f583140" providerId="LiveId" clId="{F011CCF1-B13C-41B0-B5B5-FDD71405C85D}" dt="2026-10-24T14:53:00.228" v="651" actId="27636"/>
          <ac:spMkLst>
            <pc:docMk/>
            <pc:sldMk cId="3567299637" sldId="270"/>
            <ac:spMk id="3" creationId="{68D8EC7F-3FE6-390B-2E4A-03E7002DE71D}"/>
          </ac:spMkLst>
        </pc:spChg>
        <pc:picChg chg="add mod">
          <ac:chgData name="Sivani Challa" userId="b7aba7850f583140" providerId="LiveId" clId="{F011CCF1-B13C-41B0-B5B5-FDD71405C85D}" dt="2026-10-24T14:01:26.659" v="43" actId="14100"/>
          <ac:picMkLst>
            <pc:docMk/>
            <pc:sldMk cId="3567299637" sldId="270"/>
            <ac:picMk id="7" creationId="{2114827F-C2A6-DCBA-C47E-87463A556567}"/>
          </ac:picMkLst>
        </pc:picChg>
        <pc:picChg chg="add mod">
          <ac:chgData name="Sivani Challa" userId="b7aba7850f583140" providerId="LiveId" clId="{F011CCF1-B13C-41B0-B5B5-FDD71405C85D}" dt="2026-10-24T14:01:31.660" v="44" actId="14100"/>
          <ac:picMkLst>
            <pc:docMk/>
            <pc:sldMk cId="3567299637" sldId="270"/>
            <ac:picMk id="9" creationId="{B4D98DD4-BB45-B8F9-6489-C477018B6879}"/>
          </ac:picMkLst>
        </pc:picChg>
        <pc:cxnChg chg="add mod">
          <ac:chgData name="Sivani Challa" userId="b7aba7850f583140" providerId="LiveId" clId="{F011CCF1-B13C-41B0-B5B5-FDD71405C85D}" dt="2026-10-24T13:55:13.508" v="9" actId="13822"/>
          <ac:cxnSpMkLst>
            <pc:docMk/>
            <pc:sldMk cId="3567299637" sldId="270"/>
            <ac:cxnSpMk id="5" creationId="{9FD51922-FC5F-DC7A-B90D-B2226205F662}"/>
          </ac:cxnSpMkLst>
        </pc:cxnChg>
      </pc:sldChg>
      <pc:sldChg chg="addSp modSp new mod">
        <pc:chgData name="Sivani Challa" userId="b7aba7850f583140" providerId="LiveId" clId="{F011CCF1-B13C-41B0-B5B5-FDD71405C85D}" dt="2026-10-24T14:53:49.503" v="654" actId="14861"/>
        <pc:sldMkLst>
          <pc:docMk/>
          <pc:sldMk cId="3936184732" sldId="271"/>
        </pc:sldMkLst>
        <pc:spChg chg="mod">
          <ac:chgData name="Sivani Challa" userId="b7aba7850f583140" providerId="LiveId" clId="{F011CCF1-B13C-41B0-B5B5-FDD71405C85D}" dt="2026-10-24T14:53:12.270" v="652" actId="2711"/>
          <ac:spMkLst>
            <pc:docMk/>
            <pc:sldMk cId="3936184732" sldId="271"/>
            <ac:spMk id="2" creationId="{C54A181D-950E-9CAC-14FB-79DDA8D1BC82}"/>
          </ac:spMkLst>
        </pc:spChg>
        <pc:spChg chg="mod">
          <ac:chgData name="Sivani Challa" userId="b7aba7850f583140" providerId="LiveId" clId="{F011CCF1-B13C-41B0-B5B5-FDD71405C85D}" dt="2026-10-24T14:53:25.909" v="653" actId="2711"/>
          <ac:spMkLst>
            <pc:docMk/>
            <pc:sldMk cId="3936184732" sldId="271"/>
            <ac:spMk id="3" creationId="{1FC3E3BC-F18A-5AEC-1CCF-AC74D1FB8676}"/>
          </ac:spMkLst>
        </pc:spChg>
        <pc:picChg chg="add mod">
          <ac:chgData name="Sivani Challa" userId="b7aba7850f583140" providerId="LiveId" clId="{F011CCF1-B13C-41B0-B5B5-FDD71405C85D}" dt="2026-10-24T14:53:49.503" v="654" actId="14861"/>
          <ac:picMkLst>
            <pc:docMk/>
            <pc:sldMk cId="3936184732" sldId="271"/>
            <ac:picMk id="7" creationId="{D04B61C4-362A-A8A1-4D42-E2F0E977DEDF}"/>
          </ac:picMkLst>
        </pc:picChg>
        <pc:cxnChg chg="add mod">
          <ac:chgData name="Sivani Challa" userId="b7aba7850f583140" providerId="LiveId" clId="{F011CCF1-B13C-41B0-B5B5-FDD71405C85D}" dt="2026-10-24T14:04:20.962" v="59" actId="13822"/>
          <ac:cxnSpMkLst>
            <pc:docMk/>
            <pc:sldMk cId="3936184732" sldId="271"/>
            <ac:cxnSpMk id="5" creationId="{8A791011-6E9A-3A89-BA1D-7CF2707789B6}"/>
          </ac:cxnSpMkLst>
        </pc:cxnChg>
      </pc:sldChg>
      <pc:sldChg chg="addSp modSp new mod">
        <pc:chgData name="Sivani Challa" userId="b7aba7850f583140" providerId="LiveId" clId="{F011CCF1-B13C-41B0-B5B5-FDD71405C85D}" dt="2026-10-24T14:54:12.113" v="656" actId="2711"/>
        <pc:sldMkLst>
          <pc:docMk/>
          <pc:sldMk cId="3148205607" sldId="272"/>
        </pc:sldMkLst>
        <pc:spChg chg="mod">
          <ac:chgData name="Sivani Challa" userId="b7aba7850f583140" providerId="LiveId" clId="{F011CCF1-B13C-41B0-B5B5-FDD71405C85D}" dt="2026-10-24T14:54:02.186" v="655" actId="2711"/>
          <ac:spMkLst>
            <pc:docMk/>
            <pc:sldMk cId="3148205607" sldId="272"/>
            <ac:spMk id="2" creationId="{2C597DD4-4C76-F62C-AC6B-526C5A643587}"/>
          </ac:spMkLst>
        </pc:spChg>
        <pc:spChg chg="mod">
          <ac:chgData name="Sivani Challa" userId="b7aba7850f583140" providerId="LiveId" clId="{F011CCF1-B13C-41B0-B5B5-FDD71405C85D}" dt="2026-10-24T14:54:12.113" v="656" actId="2711"/>
          <ac:spMkLst>
            <pc:docMk/>
            <pc:sldMk cId="3148205607" sldId="272"/>
            <ac:spMk id="3" creationId="{526ED022-94D6-3731-C657-76425CCA3EA1}"/>
          </ac:spMkLst>
        </pc:spChg>
        <pc:picChg chg="add mod">
          <ac:chgData name="Sivani Challa" userId="b7aba7850f583140" providerId="LiveId" clId="{F011CCF1-B13C-41B0-B5B5-FDD71405C85D}" dt="2026-10-24T14:23:22.555" v="160" actId="14100"/>
          <ac:picMkLst>
            <pc:docMk/>
            <pc:sldMk cId="3148205607" sldId="272"/>
            <ac:picMk id="5" creationId="{E7B88D5B-2919-403D-508C-0751E0D29A9E}"/>
          </ac:picMkLst>
        </pc:picChg>
        <pc:cxnChg chg="add mod">
          <ac:chgData name="Sivani Challa" userId="b7aba7850f583140" providerId="LiveId" clId="{F011CCF1-B13C-41B0-B5B5-FDD71405C85D}" dt="2026-10-24T14:23:39.148" v="162" actId="13822"/>
          <ac:cxnSpMkLst>
            <pc:docMk/>
            <pc:sldMk cId="3148205607" sldId="272"/>
            <ac:cxnSpMk id="7" creationId="{A96B4F27-D840-6B4F-91B2-E5702F84580F}"/>
          </ac:cxnSpMkLst>
        </pc:cxnChg>
      </pc:sldChg>
      <pc:sldChg chg="addSp modSp new mod">
        <pc:chgData name="Sivani Challa" userId="b7aba7850f583140" providerId="LiveId" clId="{F011CCF1-B13C-41B0-B5B5-FDD71405C85D}" dt="2026-10-24T14:54:32.989" v="658" actId="2711"/>
        <pc:sldMkLst>
          <pc:docMk/>
          <pc:sldMk cId="2320068964" sldId="273"/>
        </pc:sldMkLst>
        <pc:spChg chg="mod">
          <ac:chgData name="Sivani Challa" userId="b7aba7850f583140" providerId="LiveId" clId="{F011CCF1-B13C-41B0-B5B5-FDD71405C85D}" dt="2026-10-24T14:54:23.446" v="657" actId="2711"/>
          <ac:spMkLst>
            <pc:docMk/>
            <pc:sldMk cId="2320068964" sldId="273"/>
            <ac:spMk id="2" creationId="{D8BB7601-214F-BE3C-969A-570852999D23}"/>
          </ac:spMkLst>
        </pc:spChg>
        <pc:spChg chg="mod">
          <ac:chgData name="Sivani Challa" userId="b7aba7850f583140" providerId="LiveId" clId="{F011CCF1-B13C-41B0-B5B5-FDD71405C85D}" dt="2026-10-24T14:54:32.989" v="658" actId="2711"/>
          <ac:spMkLst>
            <pc:docMk/>
            <pc:sldMk cId="2320068964" sldId="273"/>
            <ac:spMk id="3" creationId="{074BDDE3-E32C-DF98-328C-F9BCE4740A76}"/>
          </ac:spMkLst>
        </pc:spChg>
        <pc:cxnChg chg="add mod">
          <ac:chgData name="Sivani Challa" userId="b7aba7850f583140" providerId="LiveId" clId="{F011CCF1-B13C-41B0-B5B5-FDD71405C85D}" dt="2026-10-24T14:23:55.771" v="164" actId="13822"/>
          <ac:cxnSpMkLst>
            <pc:docMk/>
            <pc:sldMk cId="2320068964" sldId="273"/>
            <ac:cxnSpMk id="5" creationId="{CE6C2E25-B59D-A496-398C-F2800E0C83A4}"/>
          </ac:cxnSpMkLst>
        </pc:cxnChg>
      </pc:sldChg>
      <pc:sldChg chg="addSp modSp new mod">
        <pc:chgData name="Sivani Challa" userId="b7aba7850f583140" providerId="LiveId" clId="{F011CCF1-B13C-41B0-B5B5-FDD71405C85D}" dt="2026-10-24T14:54:59.446" v="661" actId="2711"/>
        <pc:sldMkLst>
          <pc:docMk/>
          <pc:sldMk cId="1382389579" sldId="274"/>
        </pc:sldMkLst>
        <pc:spChg chg="mod">
          <ac:chgData name="Sivani Challa" userId="b7aba7850f583140" providerId="LiveId" clId="{F011CCF1-B13C-41B0-B5B5-FDD71405C85D}" dt="2026-10-24T14:54:45.199" v="659" actId="2711"/>
          <ac:spMkLst>
            <pc:docMk/>
            <pc:sldMk cId="1382389579" sldId="274"/>
            <ac:spMk id="2" creationId="{5F04828E-F104-DB85-C7EF-829574A3BA23}"/>
          </ac:spMkLst>
        </pc:spChg>
        <pc:spChg chg="mod">
          <ac:chgData name="Sivani Challa" userId="b7aba7850f583140" providerId="LiveId" clId="{F011CCF1-B13C-41B0-B5B5-FDD71405C85D}" dt="2026-10-24T14:54:59.446" v="661" actId="2711"/>
          <ac:spMkLst>
            <pc:docMk/>
            <pc:sldMk cId="1382389579" sldId="274"/>
            <ac:spMk id="3" creationId="{6235E918-3B80-D026-0C2E-6089EAD2E7ED}"/>
          </ac:spMkLst>
        </pc:spChg>
        <pc:cxnChg chg="add mod">
          <ac:chgData name="Sivani Challa" userId="b7aba7850f583140" providerId="LiveId" clId="{F011CCF1-B13C-41B0-B5B5-FDD71405C85D}" dt="2026-10-24T14:27:28.606" v="201" actId="13822"/>
          <ac:cxnSpMkLst>
            <pc:docMk/>
            <pc:sldMk cId="1382389579" sldId="274"/>
            <ac:cxnSpMk id="5" creationId="{B0028455-C7FD-E89A-AFA0-B741838E2A9A}"/>
          </ac:cxnSpMkLst>
        </pc:cxnChg>
      </pc:sldChg>
      <pc:sldChg chg="addSp modSp new mod">
        <pc:chgData name="Sivani Challa" userId="b7aba7850f583140" providerId="LiveId" clId="{F011CCF1-B13C-41B0-B5B5-FDD71405C85D}" dt="2026-10-24T14:55:22.235" v="664" actId="2711"/>
        <pc:sldMkLst>
          <pc:docMk/>
          <pc:sldMk cId="3234109794" sldId="275"/>
        </pc:sldMkLst>
        <pc:spChg chg="mod">
          <ac:chgData name="Sivani Challa" userId="b7aba7850f583140" providerId="LiveId" clId="{F011CCF1-B13C-41B0-B5B5-FDD71405C85D}" dt="2026-10-24T14:55:13.601" v="663" actId="2711"/>
          <ac:spMkLst>
            <pc:docMk/>
            <pc:sldMk cId="3234109794" sldId="275"/>
            <ac:spMk id="2" creationId="{88A065B4-DCFC-CABD-74F5-924EB33B3DCA}"/>
          </ac:spMkLst>
        </pc:spChg>
        <pc:spChg chg="mod">
          <ac:chgData name="Sivani Challa" userId="b7aba7850f583140" providerId="LiveId" clId="{F011CCF1-B13C-41B0-B5B5-FDD71405C85D}" dt="2026-10-24T14:55:22.235" v="664" actId="2711"/>
          <ac:spMkLst>
            <pc:docMk/>
            <pc:sldMk cId="3234109794" sldId="275"/>
            <ac:spMk id="3" creationId="{733E80AB-8D7B-5505-3F1D-5FA32C9E3904}"/>
          </ac:spMkLst>
        </pc:spChg>
        <pc:cxnChg chg="add mod">
          <ac:chgData name="Sivani Challa" userId="b7aba7850f583140" providerId="LiveId" clId="{F011CCF1-B13C-41B0-B5B5-FDD71405C85D}" dt="2026-10-24T14:31:09.610" v="255" actId="14100"/>
          <ac:cxnSpMkLst>
            <pc:docMk/>
            <pc:sldMk cId="3234109794" sldId="275"/>
            <ac:cxnSpMk id="5" creationId="{ACB070D5-7B30-CE8B-DB1B-4F6622E4CEB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26125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linkedin.com/in/challa-sivani-487803372" TargetMode="Externa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19664"/>
            <a:ext cx="12190815" cy="6858000"/>
          </a:xfrm>
          <a:prstGeom prst="rect">
            <a:avLst/>
          </a:prstGeom>
          <a:noFill/>
          <a:ln>
            <a:noFill/>
          </a:ln>
        </p:spPr>
      </p:pic>
      <p:sp>
        <p:nvSpPr>
          <p:cNvPr id="99" name="Google Shape;99;p1"/>
          <p:cNvSpPr txBox="1"/>
          <p:nvPr/>
        </p:nvSpPr>
        <p:spPr>
          <a:xfrm>
            <a:off x="2590891" y="3717986"/>
            <a:ext cx="7246189" cy="1015622"/>
          </a:xfrm>
          <a:prstGeom prst="rect">
            <a:avLst/>
          </a:prstGeom>
          <a:noFill/>
          <a:ln>
            <a:noFill/>
          </a:ln>
        </p:spPr>
        <p:txBody>
          <a:bodyPr spcFirstLastPara="1" wrap="square" lIns="91425" tIns="45700" rIns="91425" bIns="45700" anchor="t" anchorCtr="0">
            <a:spAutoFit/>
          </a:bodyPr>
          <a:lstStyle/>
          <a:p>
            <a:pPr algn="ctr">
              <a:buSzPts val="1800"/>
            </a:pPr>
            <a:br>
              <a:rPr lang="en-IN" sz="1800" b="0" i="0" u="none" strike="noStrike" cap="none" dirty="0">
                <a:solidFill>
                  <a:schemeClr val="dk1"/>
                </a:solidFill>
                <a:latin typeface="Calibri"/>
                <a:ea typeface="Calibri"/>
                <a:cs typeface="Calibri"/>
                <a:sym typeface="Calibri"/>
              </a:rPr>
            </a:br>
            <a:r>
              <a:rPr lang="en-US" sz="2800" b="1" dirty="0">
                <a:latin typeface="Times New Roman" panose="02020603050405020304" pitchFamily="18" charset="0"/>
                <a:cs typeface="Times New Roman" panose="02020603050405020304" pitchFamily="18" charset="0"/>
              </a:rPr>
              <a:t>Flipkart Mobile Market Analysis</a:t>
            </a:r>
          </a:p>
          <a:p>
            <a:pPr marL="0" marR="0" lvl="0" indent="0" algn="ctr" rtl="0">
              <a:lnSpc>
                <a:spcPct val="100000"/>
              </a:lnSpc>
              <a:spcBef>
                <a:spcPts val="0"/>
              </a:spcBef>
              <a:spcAft>
                <a:spcPts val="0"/>
              </a:spcAft>
              <a:buClr>
                <a:srgbClr val="000000"/>
              </a:buClr>
              <a:buSzPts val="18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3AE5A-E68F-CE20-02DC-8E7DD57A98F1}"/>
              </a:ext>
            </a:extLst>
          </p:cNvPr>
          <p:cNvSpPr>
            <a:spLocks noGrp="1"/>
          </p:cNvSpPr>
          <p:nvPr>
            <p:ph type="title"/>
          </p:nvPr>
        </p:nvSpPr>
        <p:spPr>
          <a:xfrm>
            <a:off x="838200" y="10139"/>
            <a:ext cx="10515600" cy="1133475"/>
          </a:xfrm>
        </p:spPr>
        <p:txBody>
          <a:bodyPr>
            <a:normAutofit/>
          </a:bodyPr>
          <a:lstStyle/>
          <a:p>
            <a:r>
              <a:rPr lang="en-US" sz="4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About Me</a:t>
            </a:r>
          </a:p>
        </p:txBody>
      </p:sp>
      <p:sp>
        <p:nvSpPr>
          <p:cNvPr id="3" name="Text Placeholder 2">
            <a:extLst>
              <a:ext uri="{FF2B5EF4-FFF2-40B4-BE49-F238E27FC236}">
                <a16:creationId xmlns:a16="http://schemas.microsoft.com/office/drawing/2014/main" id="{872D2011-E6FE-82EB-B302-362F26389AFB}"/>
              </a:ext>
            </a:extLst>
          </p:cNvPr>
          <p:cNvSpPr>
            <a:spLocks noGrp="1"/>
          </p:cNvSpPr>
          <p:nvPr>
            <p:ph type="body" idx="1"/>
          </p:nvPr>
        </p:nvSpPr>
        <p:spPr>
          <a:xfrm>
            <a:off x="1113914" y="1258835"/>
            <a:ext cx="10324895" cy="4935487"/>
          </a:xfrm>
        </p:spPr>
        <p:txBody>
          <a:bodyPr>
            <a:noAutofit/>
          </a:bodyPr>
          <a:lstStyle/>
          <a:p>
            <a:pPr marL="114300" indent="0" algn="just"/>
            <a:r>
              <a:rPr lang="en-US" sz="1900" b="1">
                <a:solidFill>
                  <a:schemeClr val="tx1"/>
                </a:solidFill>
                <a:latin typeface="Times New Roman" panose="02020603050405020304" pitchFamily="18" charset="0"/>
                <a:cs typeface="Times New Roman" panose="02020603050405020304" pitchFamily="18" charset="0"/>
              </a:rPr>
              <a:t>NAME :   </a:t>
            </a:r>
            <a:r>
              <a:rPr lang="en-US" sz="1900">
                <a:solidFill>
                  <a:schemeClr val="tx1"/>
                </a:solidFill>
                <a:latin typeface="Times New Roman" panose="02020603050405020304" pitchFamily="18" charset="0"/>
                <a:cs typeface="Times New Roman" panose="02020603050405020304" pitchFamily="18" charset="0"/>
              </a:rPr>
              <a:t>SIVANI </a:t>
            </a:r>
            <a:r>
              <a:rPr lang="en-US" sz="1900" dirty="0">
                <a:solidFill>
                  <a:schemeClr val="tx1"/>
                </a:solidFill>
                <a:latin typeface="Times New Roman" panose="02020603050405020304" pitchFamily="18" charset="0"/>
                <a:cs typeface="Times New Roman" panose="02020603050405020304" pitchFamily="18" charset="0"/>
              </a:rPr>
              <a:t>CHALLA</a:t>
            </a:r>
          </a:p>
          <a:p>
            <a:pPr marL="114300" indent="0" algn="just"/>
            <a:endParaRPr lang="en-US" sz="1900" dirty="0">
              <a:solidFill>
                <a:schemeClr val="tx1"/>
              </a:solidFill>
              <a:latin typeface="Times New Roman" panose="02020603050405020304" pitchFamily="18" charset="0"/>
              <a:cs typeface="Times New Roman" panose="02020603050405020304" pitchFamily="18" charset="0"/>
            </a:endParaRPr>
          </a:p>
          <a:p>
            <a:pPr marL="114300" indent="0" algn="just"/>
            <a:r>
              <a:rPr lang="en-US" sz="1900" b="1" dirty="0">
                <a:solidFill>
                  <a:schemeClr val="tx1"/>
                </a:solidFill>
                <a:latin typeface="Times New Roman" panose="02020603050405020304" pitchFamily="18" charset="0"/>
                <a:cs typeface="Times New Roman" panose="02020603050405020304" pitchFamily="18" charset="0"/>
              </a:rPr>
              <a:t>Background : </a:t>
            </a:r>
            <a:r>
              <a:rPr lang="en-US" sz="1900" dirty="0" err="1">
                <a:solidFill>
                  <a:schemeClr val="tx1"/>
                </a:solidFill>
                <a:latin typeface="Times New Roman" panose="02020603050405020304" pitchFamily="18" charset="0"/>
                <a:cs typeface="Times New Roman" panose="02020603050405020304" pitchFamily="18" charset="0"/>
              </a:rPr>
              <a:t>B.Tech</a:t>
            </a:r>
            <a:r>
              <a:rPr lang="en-US" sz="1900" dirty="0">
                <a:solidFill>
                  <a:schemeClr val="tx1"/>
                </a:solidFill>
                <a:latin typeface="Times New Roman" panose="02020603050405020304" pitchFamily="18" charset="0"/>
                <a:cs typeface="Times New Roman" panose="02020603050405020304" pitchFamily="18" charset="0"/>
              </a:rPr>
              <a:t> in Computer Science and Engineering</a:t>
            </a:r>
          </a:p>
          <a:p>
            <a:pPr marL="114300" indent="0" algn="just"/>
            <a:endParaRPr lang="en-US" sz="1900" dirty="0">
              <a:solidFill>
                <a:schemeClr val="tx1"/>
              </a:solidFill>
              <a:latin typeface="Times New Roman" panose="02020603050405020304" pitchFamily="18" charset="0"/>
              <a:cs typeface="Times New Roman" panose="02020603050405020304" pitchFamily="18" charset="0"/>
            </a:endParaRPr>
          </a:p>
          <a:p>
            <a:pPr marL="114300" indent="0" algn="just"/>
            <a:r>
              <a:rPr lang="en-US" sz="1900" b="1" dirty="0">
                <a:solidFill>
                  <a:schemeClr val="tx1"/>
                </a:solidFill>
                <a:latin typeface="Times New Roman" panose="02020603050405020304" pitchFamily="18" charset="0"/>
                <a:cs typeface="Times New Roman" panose="02020603050405020304" pitchFamily="18" charset="0"/>
              </a:rPr>
              <a:t>Why I want to learn Data Science? :     </a:t>
            </a:r>
            <a:r>
              <a:rPr lang="en-US" sz="1900" dirty="0">
                <a:solidFill>
                  <a:schemeClr val="tx1"/>
                </a:solidFill>
                <a:latin typeface="Times New Roman" panose="02020603050405020304" pitchFamily="18" charset="0"/>
                <a:cs typeface="Times New Roman" panose="02020603050405020304" pitchFamily="18" charset="0"/>
              </a:rPr>
              <a:t>I want to learn Data Science to build strong analytical skills, work with real-world data, and solve business problems using data-driven Insights and machine learning.</a:t>
            </a:r>
          </a:p>
          <a:p>
            <a:pPr marL="114300" indent="0" algn="just"/>
            <a:endParaRPr lang="en-US" sz="1900" dirty="0">
              <a:solidFill>
                <a:schemeClr val="tx1"/>
              </a:solidFill>
              <a:latin typeface="Times New Roman" panose="02020603050405020304" pitchFamily="18" charset="0"/>
              <a:cs typeface="Times New Roman" panose="02020603050405020304" pitchFamily="18" charset="0"/>
            </a:endParaRPr>
          </a:p>
          <a:p>
            <a:pPr marL="114300" indent="0" algn="just"/>
            <a:r>
              <a:rPr lang="en-US" sz="1900" b="1" dirty="0">
                <a:solidFill>
                  <a:schemeClr val="tx1"/>
                </a:solidFill>
                <a:latin typeface="Times New Roman" panose="02020603050405020304" pitchFamily="18" charset="0"/>
                <a:cs typeface="Times New Roman" panose="02020603050405020304" pitchFamily="18" charset="0"/>
              </a:rPr>
              <a:t>Experience : </a:t>
            </a:r>
            <a:r>
              <a:rPr lang="en-US" sz="1900" dirty="0">
                <a:solidFill>
                  <a:schemeClr val="tx1"/>
                </a:solidFill>
                <a:latin typeface="Times New Roman" panose="02020603050405020304" pitchFamily="18" charset="0"/>
                <a:cs typeface="Times New Roman" panose="02020603050405020304" pitchFamily="18" charset="0"/>
              </a:rPr>
              <a:t>Fresher</a:t>
            </a:r>
          </a:p>
          <a:p>
            <a:pPr marL="114300" indent="0" algn="just"/>
            <a:endParaRPr lang="en-US" sz="1900" dirty="0">
              <a:solidFill>
                <a:schemeClr val="tx1"/>
              </a:solidFill>
              <a:latin typeface="Times New Roman" panose="02020603050405020304" pitchFamily="18" charset="0"/>
              <a:cs typeface="Times New Roman" panose="02020603050405020304" pitchFamily="18" charset="0"/>
            </a:endParaRPr>
          </a:p>
          <a:p>
            <a:pPr marL="114300" indent="0" algn="just"/>
            <a:r>
              <a:rPr lang="en-US" sz="1900" b="1" dirty="0">
                <a:solidFill>
                  <a:schemeClr val="tx1"/>
                </a:solidFill>
                <a:latin typeface="Times New Roman" panose="02020603050405020304" pitchFamily="18" charset="0"/>
                <a:cs typeface="Times New Roman" panose="02020603050405020304" pitchFamily="18" charset="0"/>
              </a:rPr>
              <a:t>LinkedIn : </a:t>
            </a:r>
            <a:r>
              <a:rPr lang="en-US" sz="1900" b="1" dirty="0">
                <a:solidFill>
                  <a:schemeClr val="tx1"/>
                </a:solidFill>
                <a:latin typeface="Times New Roman" panose="02020603050405020304" pitchFamily="18" charset="0"/>
                <a:cs typeface="Times New Roman" panose="02020603050405020304" pitchFamily="18" charset="0"/>
                <a:hlinkClick r:id="rId2"/>
              </a:rPr>
              <a:t>https://www.linkedin.com/in/challa-sivani-487803372</a:t>
            </a:r>
            <a:endParaRPr lang="en-US" sz="1900" dirty="0">
              <a:solidFill>
                <a:schemeClr val="tx1"/>
              </a:solidFill>
              <a:latin typeface="Times New Roman" panose="02020603050405020304" pitchFamily="18" charset="0"/>
              <a:cs typeface="Times New Roman" panose="02020603050405020304" pitchFamily="18" charset="0"/>
            </a:endParaRPr>
          </a:p>
          <a:p>
            <a:pPr marL="114300" indent="0" algn="just"/>
            <a:r>
              <a:rPr lang="en-US" sz="1900" b="1" dirty="0">
                <a:solidFill>
                  <a:schemeClr val="tx1"/>
                </a:solidFill>
                <a:latin typeface="Times New Roman" panose="02020603050405020304" pitchFamily="18" charset="0"/>
                <a:cs typeface="Times New Roman" panose="02020603050405020304" pitchFamily="18" charset="0"/>
              </a:rPr>
              <a:t>GitHub :</a:t>
            </a:r>
            <a:endParaRPr lang="en-US" sz="1900" dirty="0">
              <a:solidFill>
                <a:schemeClr val="tx1"/>
              </a:solidFill>
            </a:endParaRPr>
          </a:p>
        </p:txBody>
      </p:sp>
      <p:cxnSp>
        <p:nvCxnSpPr>
          <p:cNvPr id="5" name="Straight Connector 4">
            <a:extLst>
              <a:ext uri="{FF2B5EF4-FFF2-40B4-BE49-F238E27FC236}">
                <a16:creationId xmlns:a16="http://schemas.microsoft.com/office/drawing/2014/main" id="{2481A98A-B452-3831-980B-1E6A60502EEB}"/>
              </a:ext>
            </a:extLst>
          </p:cNvPr>
          <p:cNvCxnSpPr>
            <a:cxnSpLocks/>
          </p:cNvCxnSpPr>
          <p:nvPr/>
        </p:nvCxnSpPr>
        <p:spPr>
          <a:xfrm>
            <a:off x="838200" y="1143614"/>
            <a:ext cx="1042956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17071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552604" y="0"/>
            <a:ext cx="11516100" cy="1325700"/>
          </a:xfrm>
          <a:prstGeom prst="rect">
            <a:avLst/>
          </a:prstGeom>
          <a:noFill/>
          <a:ln>
            <a:noFill/>
          </a:ln>
        </p:spPr>
        <p:txBody>
          <a:bodyPr spcFirstLastPara="1" wrap="square" lIns="91425" tIns="45700" rIns="91425" bIns="45700" anchor="ctr" anchorCtr="0">
            <a:normAutofit/>
          </a:bodyPr>
          <a:lstStyle/>
          <a:p>
            <a:pPr lvl="0">
              <a:buClr>
                <a:srgbClr val="FF0000"/>
              </a:buClr>
              <a:buSzPts val="4400"/>
            </a:pPr>
            <a:r>
              <a:rPr lang="en-I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Table of contents</a:t>
            </a:r>
            <a:endParaRPr b="1" dirty="0">
              <a:solidFill>
                <a:srgbClr val="FF0000"/>
              </a:solidFill>
            </a:endParaRPr>
          </a:p>
        </p:txBody>
      </p:sp>
      <p:sp>
        <p:nvSpPr>
          <p:cNvPr id="111" name="Google Shape;111;p4"/>
          <p:cNvSpPr txBox="1">
            <a:spLocks noGrp="1"/>
          </p:cNvSpPr>
          <p:nvPr>
            <p:ph type="body" idx="1"/>
          </p:nvPr>
        </p:nvSpPr>
        <p:spPr>
          <a:xfrm>
            <a:off x="725898" y="1186393"/>
            <a:ext cx="10515600" cy="5271460"/>
          </a:xfrm>
          <a:prstGeom prst="rect">
            <a:avLst/>
          </a:prstGeom>
          <a:noFill/>
          <a:ln>
            <a:noFill/>
          </a:ln>
        </p:spPr>
        <p:txBody>
          <a:bodyPr spcFirstLastPara="1" wrap="square" lIns="91425" tIns="45700" rIns="91425" bIns="45700" anchor="t" anchorCtr="0">
            <a:noAutofit/>
          </a:bodyPr>
          <a:lstStyle/>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Project Overview</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Project Workflow</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Business scenario</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Business Objective</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Data Collection</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Dataset Overview</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Data Dictionary</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Data Cleaning &amp; Preprocessing</a:t>
            </a:r>
          </a:p>
          <a:p>
            <a:pPr>
              <a:lnSpc>
                <a:spcPct val="100000"/>
              </a:lnSpc>
            </a:pPr>
            <a:r>
              <a:rPr lang="en-IN" sz="1800" b="1" dirty="0">
                <a:solidFill>
                  <a:schemeClr val="tx1">
                    <a:lumMod val="95000"/>
                    <a:lumOff val="5000"/>
                  </a:schemeClr>
                </a:solidFill>
                <a:latin typeface="Times New Roman" panose="02020603050405020304" pitchFamily="18" charset="0"/>
                <a:ea typeface="Arial"/>
                <a:cs typeface="Times New Roman" panose="02020603050405020304" pitchFamily="18" charset="0"/>
                <a:sym typeface="Arial"/>
              </a:rPr>
              <a:t>Analysis of the Objectives (EDA)</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Overall Key Findings</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Business Recommendations</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Conclusion</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Q &amp; A</a:t>
            </a:r>
            <a:endParaRPr sz="18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44B00248-E8D8-EE21-9983-874E142B854B}"/>
              </a:ext>
            </a:extLst>
          </p:cNvPr>
          <p:cNvCxnSpPr>
            <a:cxnSpLocks/>
          </p:cNvCxnSpPr>
          <p:nvPr/>
        </p:nvCxnSpPr>
        <p:spPr>
          <a:xfrm>
            <a:off x="725898" y="1178216"/>
            <a:ext cx="10740204" cy="0"/>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33BF0-D5D0-A325-9300-63CDED43C405}"/>
              </a:ext>
            </a:extLst>
          </p:cNvPr>
          <p:cNvSpPr>
            <a:spLocks noGrp="1"/>
          </p:cNvSpPr>
          <p:nvPr>
            <p:ph type="title"/>
          </p:nvPr>
        </p:nvSpPr>
        <p:spPr>
          <a:xfrm>
            <a:off x="595875" y="201613"/>
            <a:ext cx="10515600" cy="1125742"/>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Overview </a:t>
            </a:r>
            <a:endParaRPr lang="en-US" sz="4400" dirty="0"/>
          </a:p>
        </p:txBody>
      </p:sp>
      <p:sp>
        <p:nvSpPr>
          <p:cNvPr id="3" name="Text Placeholder 2">
            <a:extLst>
              <a:ext uri="{FF2B5EF4-FFF2-40B4-BE49-F238E27FC236}">
                <a16:creationId xmlns:a16="http://schemas.microsoft.com/office/drawing/2014/main" id="{0B93864D-8DAB-CA57-9A7F-F9C8917BB80E}"/>
              </a:ext>
            </a:extLst>
          </p:cNvPr>
          <p:cNvSpPr>
            <a:spLocks noGrp="1"/>
          </p:cNvSpPr>
          <p:nvPr>
            <p:ph type="body" idx="1"/>
          </p:nvPr>
        </p:nvSpPr>
        <p:spPr>
          <a:xfrm>
            <a:off x="943896" y="1809149"/>
            <a:ext cx="10403553" cy="4280502"/>
          </a:xfrm>
        </p:spPr>
        <p:txBody>
          <a:bodyPr/>
          <a:lstStyle/>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Collected smartphone data from the Flipkart website using </a:t>
            </a:r>
            <a:r>
              <a:rPr lang="en-US" sz="2200" b="1" dirty="0">
                <a:solidFill>
                  <a:schemeClr val="tx1"/>
                </a:solidFill>
                <a:latin typeface="Times New Roman" panose="02020603050405020304" pitchFamily="18" charset="0"/>
                <a:cs typeface="Times New Roman" panose="02020603050405020304" pitchFamily="18" charset="0"/>
              </a:rPr>
              <a:t>Python Web Scraping</a:t>
            </a:r>
            <a:r>
              <a:rPr lang="en-US" sz="2200" dirty="0">
                <a:solidFill>
                  <a:schemeClr val="tx1"/>
                </a:solidFill>
                <a:latin typeface="Times New Roman" panose="02020603050405020304" pitchFamily="18" charset="0"/>
                <a:cs typeface="Times New Roman" panose="02020603050405020304" pitchFamily="18" charset="0"/>
              </a:rPr>
              <a:t>.</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Extracted product information including </a:t>
            </a:r>
            <a:r>
              <a:rPr lang="en-US" sz="2200" b="1" dirty="0">
                <a:solidFill>
                  <a:schemeClr val="tx1"/>
                </a:solidFill>
                <a:latin typeface="Times New Roman" panose="02020603050405020304" pitchFamily="18" charset="0"/>
                <a:cs typeface="Times New Roman" panose="02020603050405020304" pitchFamily="18" charset="0"/>
              </a:rPr>
              <a:t>Brand, Model, Price, RAM, ROM, Display, Battery, and Color</a:t>
            </a:r>
            <a:r>
              <a:rPr lang="en-US" sz="2200" dirty="0">
                <a:solidFill>
                  <a:schemeClr val="tx1"/>
                </a:solidFill>
                <a:latin typeface="Times New Roman" panose="02020603050405020304" pitchFamily="18" charset="0"/>
                <a:cs typeface="Times New Roman" panose="02020603050405020304" pitchFamily="18" charset="0"/>
              </a:rPr>
              <a:t>.</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Cleaned and preprocessed the scraped data by handling missing values, duplicates, and data type conversions.</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Performed </a:t>
            </a:r>
            <a:r>
              <a:rPr lang="en-US" sz="2200" b="1" dirty="0">
                <a:solidFill>
                  <a:schemeClr val="tx1"/>
                </a:solidFill>
                <a:latin typeface="Times New Roman" panose="02020603050405020304" pitchFamily="18" charset="0"/>
                <a:cs typeface="Times New Roman" panose="02020603050405020304" pitchFamily="18" charset="0"/>
              </a:rPr>
              <a:t>Exploratory Data Analysis (EDA)</a:t>
            </a:r>
            <a:r>
              <a:rPr lang="en-US" sz="2200" dirty="0">
                <a:solidFill>
                  <a:schemeClr val="tx1"/>
                </a:solidFill>
                <a:latin typeface="Times New Roman" panose="02020603050405020304" pitchFamily="18" charset="0"/>
                <a:cs typeface="Times New Roman" panose="02020603050405020304" pitchFamily="18" charset="0"/>
              </a:rPr>
              <a:t> to understand smartphone market trends and product specifications.</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Created visualizations to analyze </a:t>
            </a:r>
            <a:r>
              <a:rPr lang="en-US" sz="2200" b="1" dirty="0">
                <a:solidFill>
                  <a:schemeClr val="tx1"/>
                </a:solidFill>
                <a:latin typeface="Times New Roman" panose="02020603050405020304" pitchFamily="18" charset="0"/>
                <a:cs typeface="Times New Roman" panose="02020603050405020304" pitchFamily="18" charset="0"/>
              </a:rPr>
              <a:t>brand distribution, price trends, RAM, ROM, battery capacity, and other key features</a:t>
            </a:r>
            <a:r>
              <a:rPr lang="en-US" sz="2200" dirty="0">
                <a:solidFill>
                  <a:schemeClr val="tx1"/>
                </a:solidFill>
                <a:latin typeface="Times New Roman" panose="02020603050405020304" pitchFamily="18" charset="0"/>
                <a:cs typeface="Times New Roman" panose="02020603050405020304" pitchFamily="18" charset="0"/>
              </a:rPr>
              <a:t>.</a:t>
            </a:r>
          </a:p>
          <a:p>
            <a:pPr marL="571500" lvl="0" indent="-342900">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Exported the cleaned dataset for future analysis and reporting.</a:t>
            </a:r>
            <a:endParaRPr lang="en-US" sz="2200" dirty="0">
              <a:solidFill>
                <a:schemeClr val="tx1"/>
              </a:solidFill>
              <a:latin typeface="Times New Roman" panose="02020603050405020304" pitchFamily="18" charset="0"/>
              <a:cs typeface="Times New Roman" panose="02020603050405020304" pitchFamily="18" charset="0"/>
            </a:endParaRPr>
          </a:p>
          <a:p>
            <a:endParaRPr lang="en-US" dirty="0"/>
          </a:p>
        </p:txBody>
      </p:sp>
      <p:cxnSp>
        <p:nvCxnSpPr>
          <p:cNvPr id="4" name="Straight Connector 3">
            <a:extLst>
              <a:ext uri="{FF2B5EF4-FFF2-40B4-BE49-F238E27FC236}">
                <a16:creationId xmlns:a16="http://schemas.microsoft.com/office/drawing/2014/main" id="{DFEE7F38-15E9-0D1F-06A0-BFD8319B9D42}"/>
              </a:ext>
            </a:extLst>
          </p:cNvPr>
          <p:cNvCxnSpPr>
            <a:cxnSpLocks/>
          </p:cNvCxnSpPr>
          <p:nvPr/>
        </p:nvCxnSpPr>
        <p:spPr>
          <a:xfrm>
            <a:off x="678426" y="1506958"/>
            <a:ext cx="10566072"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20315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B36B2-CB62-AE1F-55AB-CD33F8A9C2D9}"/>
              </a:ext>
            </a:extLst>
          </p:cNvPr>
          <p:cNvSpPr>
            <a:spLocks noGrp="1"/>
          </p:cNvSpPr>
          <p:nvPr>
            <p:ph type="ctrTitle"/>
          </p:nvPr>
        </p:nvSpPr>
        <p:spPr>
          <a:xfrm>
            <a:off x="639097" y="194188"/>
            <a:ext cx="9360310" cy="875070"/>
          </a:xfrm>
        </p:spPr>
        <p:txBody>
          <a:bodyPr>
            <a:normAutofit/>
          </a:bodyPr>
          <a:lstStyle/>
          <a:p>
            <a:pPr algn="l"/>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Workflow</a:t>
            </a:r>
            <a:endParaRPr lang="en-US" sz="4400" dirty="0"/>
          </a:p>
        </p:txBody>
      </p:sp>
      <p:sp>
        <p:nvSpPr>
          <p:cNvPr id="3" name="Subtitle 2">
            <a:extLst>
              <a:ext uri="{FF2B5EF4-FFF2-40B4-BE49-F238E27FC236}">
                <a16:creationId xmlns:a16="http://schemas.microsoft.com/office/drawing/2014/main" id="{EAD36402-BAF6-A3EA-28FC-48F8D13C898E}"/>
              </a:ext>
            </a:extLst>
          </p:cNvPr>
          <p:cNvSpPr>
            <a:spLocks noGrp="1"/>
          </p:cNvSpPr>
          <p:nvPr>
            <p:ph type="subTitle" idx="1"/>
          </p:nvPr>
        </p:nvSpPr>
        <p:spPr>
          <a:xfrm>
            <a:off x="9876504" y="5751870"/>
            <a:ext cx="835742" cy="400665"/>
          </a:xfrm>
        </p:spPr>
        <p:txBody>
          <a:bodyPr>
            <a:normAutofit fontScale="70000" lnSpcReduction="20000"/>
          </a:bodyPr>
          <a:lstStyle/>
          <a:p>
            <a:r>
              <a:rPr lang="en-US" dirty="0"/>
              <a:t>  </a:t>
            </a:r>
          </a:p>
        </p:txBody>
      </p:sp>
      <p:cxnSp>
        <p:nvCxnSpPr>
          <p:cNvPr id="5" name="Straight Connector 4">
            <a:extLst>
              <a:ext uri="{FF2B5EF4-FFF2-40B4-BE49-F238E27FC236}">
                <a16:creationId xmlns:a16="http://schemas.microsoft.com/office/drawing/2014/main" id="{5A345DB5-7757-E2B2-0812-985B78566B7E}"/>
              </a:ext>
            </a:extLst>
          </p:cNvPr>
          <p:cNvCxnSpPr/>
          <p:nvPr/>
        </p:nvCxnSpPr>
        <p:spPr>
          <a:xfrm>
            <a:off x="934065" y="1297858"/>
            <a:ext cx="10402529" cy="0"/>
          </a:xfrm>
          <a:prstGeom prst="line">
            <a:avLst/>
          </a:prstGeom>
        </p:spPr>
        <p:style>
          <a:lnRef idx="1">
            <a:schemeClr val="accent2"/>
          </a:lnRef>
          <a:fillRef idx="0">
            <a:schemeClr val="accent2"/>
          </a:fillRef>
          <a:effectRef idx="0">
            <a:schemeClr val="accent2"/>
          </a:effectRef>
          <a:fontRef idx="minor">
            <a:schemeClr val="tx1"/>
          </a:fontRef>
        </p:style>
      </p:cxnSp>
      <p:sp>
        <p:nvSpPr>
          <p:cNvPr id="10" name="Workflow card 1">
            <a:extLst>
              <a:ext uri="{FF2B5EF4-FFF2-40B4-BE49-F238E27FC236}">
                <a16:creationId xmlns:a16="http://schemas.microsoft.com/office/drawing/2014/main" id="{78556F01-6122-D3CB-ACEB-6D4E9005B3AD}"/>
              </a:ext>
            </a:extLst>
          </p:cNvPr>
          <p:cNvSpPr/>
          <p:nvPr/>
        </p:nvSpPr>
        <p:spPr>
          <a:xfrm>
            <a:off x="470353" y="1503599"/>
            <a:ext cx="2651760" cy="1965960"/>
          </a:xfrm>
          <a:prstGeom prst="roundRect">
            <a:avLst>
              <a:gd name="adj" fmla="val 6000"/>
            </a:avLst>
          </a:prstGeom>
          <a:ln/>
          <a:effectLst>
            <a:outerShdw blurRad="63500" sx="102000" sy="102000" algn="ct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a:p>
        </p:txBody>
      </p:sp>
      <p:sp>
        <p:nvSpPr>
          <p:cNvPr id="12" name="Step 1 badge">
            <a:extLst>
              <a:ext uri="{FF2B5EF4-FFF2-40B4-BE49-F238E27FC236}">
                <a16:creationId xmlns:a16="http://schemas.microsoft.com/office/drawing/2014/main" id="{A99104E9-1E79-9B83-4633-BB30CF452C78}"/>
              </a:ext>
            </a:extLst>
          </p:cNvPr>
          <p:cNvSpPr/>
          <p:nvPr/>
        </p:nvSpPr>
        <p:spPr>
          <a:xfrm>
            <a:off x="731520" y="1645920"/>
            <a:ext cx="502920" cy="502920"/>
          </a:xfrm>
          <a:prstGeom prst="ellipse">
            <a:avLst/>
          </a:prstGeom>
          <a:solidFill>
            <a:schemeClr val="accent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dirty="0">
                <a:solidFill>
                  <a:srgbClr val="FFFFFF"/>
                </a:solidFill>
                <a:latin typeface="Calibri"/>
              </a:rPr>
              <a:t>1</a:t>
            </a:r>
          </a:p>
        </p:txBody>
      </p:sp>
      <p:sp>
        <p:nvSpPr>
          <p:cNvPr id="14" name="Workflow card 1 heading">
            <a:extLst>
              <a:ext uri="{FF2B5EF4-FFF2-40B4-BE49-F238E27FC236}">
                <a16:creationId xmlns:a16="http://schemas.microsoft.com/office/drawing/2014/main" id="{49F3558A-A776-3636-4A12-3E76CE7D3C8A}"/>
              </a:ext>
            </a:extLst>
          </p:cNvPr>
          <p:cNvSpPr txBox="1"/>
          <p:nvPr/>
        </p:nvSpPr>
        <p:spPr>
          <a:xfrm>
            <a:off x="731520" y="2240280"/>
            <a:ext cx="2331720" cy="457200"/>
          </a:xfrm>
          <a:prstGeom prst="rect">
            <a:avLst/>
          </a:prstGeom>
          <a:noFill/>
        </p:spPr>
        <p:txBody>
          <a:bodyPr wrap="square" lIns="45720" tIns="27432" rIns="45720" bIns="27432" anchor="t">
            <a:spAutoFit/>
          </a:bodyPr>
          <a:lstStyle/>
          <a:p>
            <a:pPr algn="l">
              <a:spcAft>
                <a:spcPts val="0"/>
              </a:spcAft>
            </a:pPr>
            <a:r>
              <a:rPr sz="1800" b="1" i="0" dirty="0">
                <a:solidFill>
                  <a:srgbClr val="2F4B6E"/>
                </a:solidFill>
                <a:latin typeface="Calibri"/>
              </a:rPr>
              <a:t>Website selection</a:t>
            </a:r>
          </a:p>
        </p:txBody>
      </p:sp>
      <p:sp>
        <p:nvSpPr>
          <p:cNvPr id="16" name="Workflow card 1 body">
            <a:extLst>
              <a:ext uri="{FF2B5EF4-FFF2-40B4-BE49-F238E27FC236}">
                <a16:creationId xmlns:a16="http://schemas.microsoft.com/office/drawing/2014/main" id="{C4D72374-FDD8-7262-7486-873E00E0DD3B}"/>
              </a:ext>
            </a:extLst>
          </p:cNvPr>
          <p:cNvSpPr txBox="1"/>
          <p:nvPr/>
        </p:nvSpPr>
        <p:spPr>
          <a:xfrm>
            <a:off x="731520" y="2697480"/>
            <a:ext cx="2331720" cy="486287"/>
          </a:xfrm>
          <a:prstGeom prst="rect">
            <a:avLst/>
          </a:prstGeom>
          <a:noFill/>
        </p:spPr>
        <p:txBody>
          <a:bodyPr wrap="square" lIns="45720" tIns="27432" rIns="45720" bIns="27432" anchor="t">
            <a:spAutoFit/>
          </a:bodyPr>
          <a:lstStyle/>
          <a:p>
            <a:pPr algn="l">
              <a:spcAft>
                <a:spcPts val="0"/>
              </a:spcAft>
            </a:pPr>
            <a:r>
              <a:rPr sz="1400" b="0" i="0" dirty="0">
                <a:solidFill>
                  <a:srgbClr val="262626"/>
                </a:solidFill>
                <a:latin typeface="Calibri"/>
              </a:rPr>
              <a:t>Choose the</a:t>
            </a:r>
            <a:r>
              <a:rPr lang="en-US" sz="1400" b="0" i="0" dirty="0">
                <a:solidFill>
                  <a:srgbClr val="262626"/>
                </a:solidFill>
                <a:latin typeface="Calibri"/>
              </a:rPr>
              <a:t> </a:t>
            </a:r>
            <a:r>
              <a:rPr lang="en-US" dirty="0">
                <a:solidFill>
                  <a:srgbClr val="262626"/>
                </a:solidFill>
                <a:latin typeface="Calibri"/>
              </a:rPr>
              <a:t>Flipkart</a:t>
            </a:r>
            <a:r>
              <a:rPr lang="en-US" sz="1400" b="0" i="0" dirty="0">
                <a:solidFill>
                  <a:srgbClr val="262626"/>
                </a:solidFill>
                <a:latin typeface="Calibri"/>
              </a:rPr>
              <a:t> mobile website</a:t>
            </a:r>
          </a:p>
        </p:txBody>
      </p:sp>
      <p:sp>
        <p:nvSpPr>
          <p:cNvPr id="18" name="Workflow card 2">
            <a:extLst>
              <a:ext uri="{FF2B5EF4-FFF2-40B4-BE49-F238E27FC236}">
                <a16:creationId xmlns:a16="http://schemas.microsoft.com/office/drawing/2014/main" id="{B537F2EF-1A9C-ADC6-3B17-96C14537990E}"/>
              </a:ext>
            </a:extLst>
          </p:cNvPr>
          <p:cNvSpPr/>
          <p:nvPr/>
        </p:nvSpPr>
        <p:spPr>
          <a:xfrm>
            <a:off x="3371850" y="1503599"/>
            <a:ext cx="2651760" cy="1965960"/>
          </a:xfrm>
          <a:prstGeom prst="roundRect">
            <a:avLst>
              <a:gd name="adj" fmla="val 6000"/>
            </a:avLst>
          </a:prstGeom>
          <a:ln/>
          <a:effectLst>
            <a:outerShdw blurRad="63500" sx="102000" sy="102000" algn="ct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a:p>
        </p:txBody>
      </p:sp>
      <p:sp>
        <p:nvSpPr>
          <p:cNvPr id="20" name="Step 2 badge">
            <a:extLst>
              <a:ext uri="{FF2B5EF4-FFF2-40B4-BE49-F238E27FC236}">
                <a16:creationId xmlns:a16="http://schemas.microsoft.com/office/drawing/2014/main" id="{0C90A6FD-26D6-9121-24F3-3BF9BFD8806E}"/>
              </a:ext>
            </a:extLst>
          </p:cNvPr>
          <p:cNvSpPr/>
          <p:nvPr/>
        </p:nvSpPr>
        <p:spPr>
          <a:xfrm>
            <a:off x="3538728" y="1645920"/>
            <a:ext cx="502920" cy="502920"/>
          </a:xfrm>
          <a:prstGeom prst="ellipse">
            <a:avLst/>
          </a:prstGeom>
          <a:solidFill>
            <a:srgbClr val="2F4B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a:solidFill>
                  <a:srgbClr val="FFFFFF"/>
                </a:solidFill>
                <a:latin typeface="Calibri"/>
              </a:rPr>
              <a:t>2</a:t>
            </a:r>
          </a:p>
        </p:txBody>
      </p:sp>
      <p:sp>
        <p:nvSpPr>
          <p:cNvPr id="22" name="Workflow card 2 heading">
            <a:extLst>
              <a:ext uri="{FF2B5EF4-FFF2-40B4-BE49-F238E27FC236}">
                <a16:creationId xmlns:a16="http://schemas.microsoft.com/office/drawing/2014/main" id="{CAEF3BB7-C00A-8C9F-8148-72B3951246C3}"/>
              </a:ext>
            </a:extLst>
          </p:cNvPr>
          <p:cNvSpPr txBox="1"/>
          <p:nvPr/>
        </p:nvSpPr>
        <p:spPr>
          <a:xfrm>
            <a:off x="3538728" y="2240280"/>
            <a:ext cx="2331720" cy="457200"/>
          </a:xfrm>
          <a:prstGeom prst="rect">
            <a:avLst/>
          </a:prstGeom>
          <a:noFill/>
        </p:spPr>
        <p:txBody>
          <a:bodyPr wrap="square" lIns="45720" tIns="27432" rIns="45720" bIns="27432" anchor="t">
            <a:spAutoFit/>
          </a:bodyPr>
          <a:lstStyle/>
          <a:p>
            <a:pPr algn="l">
              <a:spcAft>
                <a:spcPts val="0"/>
              </a:spcAft>
            </a:pPr>
            <a:r>
              <a:rPr sz="1800" b="1" i="0" dirty="0">
                <a:solidFill>
                  <a:srgbClr val="2F4B6E"/>
                </a:solidFill>
                <a:latin typeface="Calibri"/>
              </a:rPr>
              <a:t>Web scraping</a:t>
            </a:r>
          </a:p>
        </p:txBody>
      </p:sp>
      <p:sp>
        <p:nvSpPr>
          <p:cNvPr id="24" name="Workflow card 2 body">
            <a:extLst>
              <a:ext uri="{FF2B5EF4-FFF2-40B4-BE49-F238E27FC236}">
                <a16:creationId xmlns:a16="http://schemas.microsoft.com/office/drawing/2014/main" id="{4E6572B9-7CEA-0194-621A-7AD161AA4F38}"/>
              </a:ext>
            </a:extLst>
          </p:cNvPr>
          <p:cNvSpPr txBox="1"/>
          <p:nvPr/>
        </p:nvSpPr>
        <p:spPr>
          <a:xfrm>
            <a:off x="3538728" y="2697480"/>
            <a:ext cx="2331720" cy="486287"/>
          </a:xfrm>
          <a:prstGeom prst="rect">
            <a:avLst/>
          </a:prstGeom>
          <a:noFill/>
        </p:spPr>
        <p:txBody>
          <a:bodyPr wrap="square" lIns="45720" tIns="27432" rIns="45720" bIns="27432" anchor="t">
            <a:spAutoFit/>
          </a:bodyPr>
          <a:lstStyle/>
          <a:p>
            <a:pPr algn="l">
              <a:spcAft>
                <a:spcPts val="0"/>
              </a:spcAft>
            </a:pPr>
            <a:r>
              <a:rPr sz="1400" b="0" i="0" dirty="0">
                <a:solidFill>
                  <a:srgbClr val="262626"/>
                </a:solidFill>
                <a:latin typeface="Calibri"/>
              </a:rPr>
              <a:t>Extract </a:t>
            </a:r>
            <a:r>
              <a:rPr lang="en-US" dirty="0">
                <a:solidFill>
                  <a:srgbClr val="262626"/>
                </a:solidFill>
                <a:latin typeface="Calibri"/>
              </a:rPr>
              <a:t>720</a:t>
            </a:r>
            <a:r>
              <a:rPr sz="1400" b="0" i="0" dirty="0">
                <a:solidFill>
                  <a:srgbClr val="262626"/>
                </a:solidFill>
                <a:latin typeface="Calibri"/>
              </a:rPr>
              <a:t> packages from </a:t>
            </a:r>
            <a:r>
              <a:rPr lang="en-US" dirty="0">
                <a:solidFill>
                  <a:srgbClr val="262626"/>
                </a:solidFill>
                <a:latin typeface="Calibri"/>
              </a:rPr>
              <a:t>30</a:t>
            </a:r>
            <a:r>
              <a:rPr sz="1400" b="0" i="0" dirty="0">
                <a:solidFill>
                  <a:srgbClr val="262626"/>
                </a:solidFill>
                <a:latin typeface="Calibri"/>
              </a:rPr>
              <a:t> destination pages</a:t>
            </a:r>
          </a:p>
        </p:txBody>
      </p:sp>
      <p:sp>
        <p:nvSpPr>
          <p:cNvPr id="26" name="Workflow card 3">
            <a:extLst>
              <a:ext uri="{FF2B5EF4-FFF2-40B4-BE49-F238E27FC236}">
                <a16:creationId xmlns:a16="http://schemas.microsoft.com/office/drawing/2014/main" id="{62078D26-8B2B-A23D-53DA-7E5E9F24164D}"/>
              </a:ext>
            </a:extLst>
          </p:cNvPr>
          <p:cNvSpPr/>
          <p:nvPr/>
        </p:nvSpPr>
        <p:spPr>
          <a:xfrm>
            <a:off x="6190488" y="1503599"/>
            <a:ext cx="2651760" cy="1965960"/>
          </a:xfrm>
          <a:prstGeom prst="roundRect">
            <a:avLst>
              <a:gd name="adj" fmla="val 6000"/>
            </a:avLst>
          </a:prstGeom>
          <a:ln/>
          <a:effectLst>
            <a:outerShdw blurRad="63500" sx="102000" sy="102000" algn="ct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a:p>
        </p:txBody>
      </p:sp>
      <p:sp>
        <p:nvSpPr>
          <p:cNvPr id="28" name="Step 3 badge">
            <a:extLst>
              <a:ext uri="{FF2B5EF4-FFF2-40B4-BE49-F238E27FC236}">
                <a16:creationId xmlns:a16="http://schemas.microsoft.com/office/drawing/2014/main" id="{774CE07F-73FF-105D-DB49-1AC3034DDC31}"/>
              </a:ext>
            </a:extLst>
          </p:cNvPr>
          <p:cNvSpPr/>
          <p:nvPr/>
        </p:nvSpPr>
        <p:spPr>
          <a:xfrm>
            <a:off x="6345936" y="1645920"/>
            <a:ext cx="502920" cy="502920"/>
          </a:xfrm>
          <a:prstGeom prst="ellipse">
            <a:avLst/>
          </a:prstGeom>
          <a:solidFill>
            <a:srgbClr val="2F4B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a:solidFill>
                  <a:srgbClr val="FFFFFF"/>
                </a:solidFill>
                <a:latin typeface="Calibri"/>
              </a:rPr>
              <a:t>3</a:t>
            </a:r>
          </a:p>
        </p:txBody>
      </p:sp>
      <p:sp>
        <p:nvSpPr>
          <p:cNvPr id="30" name="Workflow card 3 heading">
            <a:extLst>
              <a:ext uri="{FF2B5EF4-FFF2-40B4-BE49-F238E27FC236}">
                <a16:creationId xmlns:a16="http://schemas.microsoft.com/office/drawing/2014/main" id="{1DFF79F7-C731-5721-412F-3E3249AAC56A}"/>
              </a:ext>
            </a:extLst>
          </p:cNvPr>
          <p:cNvSpPr txBox="1"/>
          <p:nvPr/>
        </p:nvSpPr>
        <p:spPr>
          <a:xfrm>
            <a:off x="6345936" y="2240280"/>
            <a:ext cx="2331720" cy="457200"/>
          </a:xfrm>
          <a:prstGeom prst="rect">
            <a:avLst/>
          </a:prstGeom>
          <a:noFill/>
        </p:spPr>
        <p:txBody>
          <a:bodyPr wrap="square" lIns="45720" tIns="27432" rIns="45720" bIns="27432" anchor="t">
            <a:spAutoFit/>
          </a:bodyPr>
          <a:lstStyle/>
          <a:p>
            <a:pPr algn="l">
              <a:spcAft>
                <a:spcPts val="0"/>
              </a:spcAft>
            </a:pPr>
            <a:r>
              <a:rPr sz="1800" b="1" i="0">
                <a:solidFill>
                  <a:srgbClr val="2F4B6E"/>
                </a:solidFill>
                <a:latin typeface="Calibri"/>
              </a:rPr>
              <a:t>Data understanding</a:t>
            </a:r>
          </a:p>
        </p:txBody>
      </p:sp>
      <p:sp>
        <p:nvSpPr>
          <p:cNvPr id="32" name="Workflow card 3 body">
            <a:extLst>
              <a:ext uri="{FF2B5EF4-FFF2-40B4-BE49-F238E27FC236}">
                <a16:creationId xmlns:a16="http://schemas.microsoft.com/office/drawing/2014/main" id="{EA830E48-0E5F-F662-8869-A17E09E9F5C7}"/>
              </a:ext>
            </a:extLst>
          </p:cNvPr>
          <p:cNvSpPr txBox="1"/>
          <p:nvPr/>
        </p:nvSpPr>
        <p:spPr>
          <a:xfrm>
            <a:off x="6345936" y="2697480"/>
            <a:ext cx="2331720" cy="685800"/>
          </a:xfrm>
          <a:prstGeom prst="rect">
            <a:avLst/>
          </a:prstGeom>
          <a:noFill/>
        </p:spPr>
        <p:txBody>
          <a:bodyPr wrap="square" lIns="45720" tIns="27432" rIns="45720" bIns="27432" anchor="t">
            <a:spAutoFit/>
          </a:bodyPr>
          <a:lstStyle/>
          <a:p>
            <a:pPr algn="l">
              <a:spcAft>
                <a:spcPts val="0"/>
              </a:spcAft>
            </a:pPr>
            <a:r>
              <a:rPr sz="1400" b="0" i="0">
                <a:solidFill>
                  <a:srgbClr val="262626"/>
                </a:solidFill>
                <a:latin typeface="Calibri"/>
              </a:rPr>
              <a:t>Review structure, data types and missing values</a:t>
            </a:r>
          </a:p>
        </p:txBody>
      </p:sp>
      <p:sp>
        <p:nvSpPr>
          <p:cNvPr id="34" name="Workflow card 4">
            <a:extLst>
              <a:ext uri="{FF2B5EF4-FFF2-40B4-BE49-F238E27FC236}">
                <a16:creationId xmlns:a16="http://schemas.microsoft.com/office/drawing/2014/main" id="{C8E82240-2054-7811-99D8-1F248193F416}"/>
              </a:ext>
            </a:extLst>
          </p:cNvPr>
          <p:cNvSpPr/>
          <p:nvPr/>
        </p:nvSpPr>
        <p:spPr>
          <a:xfrm>
            <a:off x="8993123" y="1502369"/>
            <a:ext cx="2651760" cy="1965960"/>
          </a:xfrm>
          <a:prstGeom prst="roundRect">
            <a:avLst>
              <a:gd name="adj" fmla="val 6000"/>
            </a:avLst>
          </a:prstGeom>
          <a:ln/>
          <a:effectLst>
            <a:outerShdw blurRad="63500" sx="102000" sy="102000" algn="ct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a:p>
        </p:txBody>
      </p:sp>
      <p:sp>
        <p:nvSpPr>
          <p:cNvPr id="36" name="Step 4 badge">
            <a:extLst>
              <a:ext uri="{FF2B5EF4-FFF2-40B4-BE49-F238E27FC236}">
                <a16:creationId xmlns:a16="http://schemas.microsoft.com/office/drawing/2014/main" id="{3F7B1ABD-AA04-DBB2-0CF4-14C291383B90}"/>
              </a:ext>
            </a:extLst>
          </p:cNvPr>
          <p:cNvSpPr/>
          <p:nvPr/>
        </p:nvSpPr>
        <p:spPr>
          <a:xfrm>
            <a:off x="9153143" y="1645920"/>
            <a:ext cx="502920" cy="502920"/>
          </a:xfrm>
          <a:prstGeom prst="ellipse">
            <a:avLst/>
          </a:prstGeom>
          <a:solidFill>
            <a:srgbClr val="2F4B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a:solidFill>
                  <a:srgbClr val="FFFFFF"/>
                </a:solidFill>
                <a:latin typeface="Calibri"/>
              </a:rPr>
              <a:t>4</a:t>
            </a:r>
          </a:p>
        </p:txBody>
      </p:sp>
      <p:sp>
        <p:nvSpPr>
          <p:cNvPr id="38" name="Workflow card 4 heading">
            <a:extLst>
              <a:ext uri="{FF2B5EF4-FFF2-40B4-BE49-F238E27FC236}">
                <a16:creationId xmlns:a16="http://schemas.microsoft.com/office/drawing/2014/main" id="{91E24C85-BE08-02E7-97BA-77A11AF800C4}"/>
              </a:ext>
            </a:extLst>
          </p:cNvPr>
          <p:cNvSpPr txBox="1"/>
          <p:nvPr/>
        </p:nvSpPr>
        <p:spPr>
          <a:xfrm>
            <a:off x="9153143" y="2263140"/>
            <a:ext cx="2331720" cy="457200"/>
          </a:xfrm>
          <a:prstGeom prst="rect">
            <a:avLst/>
          </a:prstGeom>
          <a:noFill/>
        </p:spPr>
        <p:txBody>
          <a:bodyPr wrap="square" lIns="45720" tIns="27432" rIns="45720" bIns="27432" anchor="t">
            <a:spAutoFit/>
          </a:bodyPr>
          <a:lstStyle/>
          <a:p>
            <a:pPr algn="l">
              <a:spcAft>
                <a:spcPts val="0"/>
              </a:spcAft>
            </a:pPr>
            <a:r>
              <a:rPr sz="1800" b="1" i="0">
                <a:solidFill>
                  <a:srgbClr val="2F4B6E"/>
                </a:solidFill>
                <a:latin typeface="Calibri"/>
              </a:rPr>
              <a:t>Data cleaning</a:t>
            </a:r>
          </a:p>
        </p:txBody>
      </p:sp>
      <p:sp>
        <p:nvSpPr>
          <p:cNvPr id="40" name="Workflow card 4 body">
            <a:extLst>
              <a:ext uri="{FF2B5EF4-FFF2-40B4-BE49-F238E27FC236}">
                <a16:creationId xmlns:a16="http://schemas.microsoft.com/office/drawing/2014/main" id="{F80A8E46-7A50-BC7B-E5C0-15056E3D982C}"/>
              </a:ext>
            </a:extLst>
          </p:cNvPr>
          <p:cNvSpPr txBox="1"/>
          <p:nvPr/>
        </p:nvSpPr>
        <p:spPr>
          <a:xfrm>
            <a:off x="9153143" y="2697480"/>
            <a:ext cx="2331720" cy="685800"/>
          </a:xfrm>
          <a:prstGeom prst="rect">
            <a:avLst/>
          </a:prstGeom>
          <a:noFill/>
        </p:spPr>
        <p:txBody>
          <a:bodyPr wrap="square" lIns="45720" tIns="27432" rIns="45720" bIns="27432" anchor="t">
            <a:spAutoFit/>
          </a:bodyPr>
          <a:lstStyle/>
          <a:p>
            <a:pPr algn="l">
              <a:spcAft>
                <a:spcPts val="0"/>
              </a:spcAft>
            </a:pPr>
            <a:r>
              <a:rPr sz="1400" b="0" i="0">
                <a:solidFill>
                  <a:srgbClr val="262626"/>
                </a:solidFill>
                <a:latin typeface="Calibri"/>
              </a:rPr>
              <a:t>Validate values and engineer derived features</a:t>
            </a:r>
          </a:p>
        </p:txBody>
      </p:sp>
      <p:sp>
        <p:nvSpPr>
          <p:cNvPr id="42" name="Workflow card 5">
            <a:extLst>
              <a:ext uri="{FF2B5EF4-FFF2-40B4-BE49-F238E27FC236}">
                <a16:creationId xmlns:a16="http://schemas.microsoft.com/office/drawing/2014/main" id="{FBAF904E-4375-E45B-3BAA-9E71FF6C935F}"/>
              </a:ext>
            </a:extLst>
          </p:cNvPr>
          <p:cNvSpPr/>
          <p:nvPr/>
        </p:nvSpPr>
        <p:spPr>
          <a:xfrm>
            <a:off x="470353" y="3675299"/>
            <a:ext cx="2651760" cy="1965960"/>
          </a:xfrm>
          <a:prstGeom prst="roundRect">
            <a:avLst>
              <a:gd name="adj" fmla="val 6000"/>
            </a:avLst>
          </a:prstGeom>
          <a:ln/>
          <a:effectLst>
            <a:outerShdw blurRad="63500" sx="102000" sy="102000" algn="ct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dirty="0"/>
          </a:p>
        </p:txBody>
      </p:sp>
      <p:sp>
        <p:nvSpPr>
          <p:cNvPr id="44" name="Step 5 badge">
            <a:extLst>
              <a:ext uri="{FF2B5EF4-FFF2-40B4-BE49-F238E27FC236}">
                <a16:creationId xmlns:a16="http://schemas.microsoft.com/office/drawing/2014/main" id="{06846B7E-EF8F-B98B-79C0-E82CD717A1E5}"/>
              </a:ext>
            </a:extLst>
          </p:cNvPr>
          <p:cNvSpPr/>
          <p:nvPr/>
        </p:nvSpPr>
        <p:spPr>
          <a:xfrm>
            <a:off x="731520" y="3840480"/>
            <a:ext cx="502920" cy="502920"/>
          </a:xfrm>
          <a:prstGeom prst="ellipse">
            <a:avLst/>
          </a:prstGeom>
          <a:solidFill>
            <a:srgbClr val="2F4B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a:solidFill>
                  <a:srgbClr val="FFFFFF"/>
                </a:solidFill>
                <a:latin typeface="Calibri"/>
              </a:rPr>
              <a:t>5</a:t>
            </a:r>
          </a:p>
        </p:txBody>
      </p:sp>
      <p:sp>
        <p:nvSpPr>
          <p:cNvPr id="46" name="Workflow card 5 heading">
            <a:extLst>
              <a:ext uri="{FF2B5EF4-FFF2-40B4-BE49-F238E27FC236}">
                <a16:creationId xmlns:a16="http://schemas.microsoft.com/office/drawing/2014/main" id="{A866D277-A6EA-A074-1567-CBE6EA2D623E}"/>
              </a:ext>
            </a:extLst>
          </p:cNvPr>
          <p:cNvSpPr txBox="1"/>
          <p:nvPr/>
        </p:nvSpPr>
        <p:spPr>
          <a:xfrm>
            <a:off x="731520" y="4434840"/>
            <a:ext cx="2331720" cy="457200"/>
          </a:xfrm>
          <a:prstGeom prst="rect">
            <a:avLst/>
          </a:prstGeom>
          <a:noFill/>
        </p:spPr>
        <p:txBody>
          <a:bodyPr wrap="square" lIns="45720" tIns="27432" rIns="45720" bIns="27432" anchor="t">
            <a:spAutoFit/>
          </a:bodyPr>
          <a:lstStyle/>
          <a:p>
            <a:pPr algn="l">
              <a:spcAft>
                <a:spcPts val="0"/>
              </a:spcAft>
            </a:pPr>
            <a:r>
              <a:rPr sz="1800" b="1" i="0">
                <a:solidFill>
                  <a:srgbClr val="2F4B6E"/>
                </a:solidFill>
                <a:latin typeface="Calibri"/>
              </a:rPr>
              <a:t>Exploratory analysis</a:t>
            </a:r>
          </a:p>
        </p:txBody>
      </p:sp>
      <p:sp>
        <p:nvSpPr>
          <p:cNvPr id="48" name="Workflow card 5 body">
            <a:extLst>
              <a:ext uri="{FF2B5EF4-FFF2-40B4-BE49-F238E27FC236}">
                <a16:creationId xmlns:a16="http://schemas.microsoft.com/office/drawing/2014/main" id="{379DD1D7-8308-F674-D7D9-16652BD6F184}"/>
              </a:ext>
            </a:extLst>
          </p:cNvPr>
          <p:cNvSpPr txBox="1"/>
          <p:nvPr/>
        </p:nvSpPr>
        <p:spPr>
          <a:xfrm>
            <a:off x="731520" y="4892040"/>
            <a:ext cx="2331720" cy="685800"/>
          </a:xfrm>
          <a:prstGeom prst="rect">
            <a:avLst/>
          </a:prstGeom>
          <a:noFill/>
        </p:spPr>
        <p:txBody>
          <a:bodyPr wrap="square" lIns="45720" tIns="27432" rIns="45720" bIns="27432" anchor="t">
            <a:spAutoFit/>
          </a:bodyPr>
          <a:lstStyle/>
          <a:p>
            <a:pPr algn="l">
              <a:spcAft>
                <a:spcPts val="0"/>
              </a:spcAft>
            </a:pPr>
            <a:r>
              <a:rPr sz="1400" b="0" i="0">
                <a:solidFill>
                  <a:srgbClr val="262626"/>
                </a:solidFill>
                <a:latin typeface="Calibri"/>
              </a:rPr>
              <a:t>Examine price, duration, type and region</a:t>
            </a:r>
          </a:p>
        </p:txBody>
      </p:sp>
      <p:sp>
        <p:nvSpPr>
          <p:cNvPr id="50" name="Workflow card 6">
            <a:extLst>
              <a:ext uri="{FF2B5EF4-FFF2-40B4-BE49-F238E27FC236}">
                <a16:creationId xmlns:a16="http://schemas.microsoft.com/office/drawing/2014/main" id="{A42AD134-E66A-5120-2CE2-3371333A6735}"/>
              </a:ext>
            </a:extLst>
          </p:cNvPr>
          <p:cNvSpPr/>
          <p:nvPr/>
        </p:nvSpPr>
        <p:spPr>
          <a:xfrm>
            <a:off x="3387853" y="3680460"/>
            <a:ext cx="2651760" cy="1965960"/>
          </a:xfrm>
          <a:prstGeom prst="roundRect">
            <a:avLst>
              <a:gd name="adj" fmla="val 6000"/>
            </a:avLst>
          </a:prstGeom>
          <a:ln/>
          <a:effectLst>
            <a:outerShdw blurRad="63500" sx="102000" sy="102000" algn="ct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a:p>
        </p:txBody>
      </p:sp>
      <p:sp>
        <p:nvSpPr>
          <p:cNvPr id="52" name="Step 6 badge">
            <a:extLst>
              <a:ext uri="{FF2B5EF4-FFF2-40B4-BE49-F238E27FC236}">
                <a16:creationId xmlns:a16="http://schemas.microsoft.com/office/drawing/2014/main" id="{B0786EF2-1365-4A0E-CDEB-53F65492E81D}"/>
              </a:ext>
            </a:extLst>
          </p:cNvPr>
          <p:cNvSpPr/>
          <p:nvPr/>
        </p:nvSpPr>
        <p:spPr>
          <a:xfrm>
            <a:off x="3538728" y="3840480"/>
            <a:ext cx="502920" cy="502920"/>
          </a:xfrm>
          <a:prstGeom prst="ellipse">
            <a:avLst/>
          </a:prstGeom>
          <a:solidFill>
            <a:srgbClr val="2F4B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a:solidFill>
                  <a:srgbClr val="FFFFFF"/>
                </a:solidFill>
                <a:latin typeface="Calibri"/>
              </a:rPr>
              <a:t>6</a:t>
            </a:r>
          </a:p>
        </p:txBody>
      </p:sp>
      <p:sp>
        <p:nvSpPr>
          <p:cNvPr id="54" name="Workflow card 6 heading">
            <a:extLst>
              <a:ext uri="{FF2B5EF4-FFF2-40B4-BE49-F238E27FC236}">
                <a16:creationId xmlns:a16="http://schemas.microsoft.com/office/drawing/2014/main" id="{6F7AFD01-E502-7799-AE68-6E5D577773A4}"/>
              </a:ext>
            </a:extLst>
          </p:cNvPr>
          <p:cNvSpPr txBox="1"/>
          <p:nvPr/>
        </p:nvSpPr>
        <p:spPr>
          <a:xfrm>
            <a:off x="3538728" y="4434840"/>
            <a:ext cx="2331720" cy="457200"/>
          </a:xfrm>
          <a:prstGeom prst="rect">
            <a:avLst/>
          </a:prstGeom>
          <a:noFill/>
        </p:spPr>
        <p:txBody>
          <a:bodyPr wrap="square" lIns="45720" tIns="27432" rIns="45720" bIns="27432" anchor="t">
            <a:spAutoFit/>
          </a:bodyPr>
          <a:lstStyle/>
          <a:p>
            <a:pPr algn="l">
              <a:spcAft>
                <a:spcPts val="0"/>
              </a:spcAft>
            </a:pPr>
            <a:r>
              <a:rPr sz="1800" b="1" i="0">
                <a:solidFill>
                  <a:srgbClr val="2F4B6E"/>
                </a:solidFill>
                <a:latin typeface="Calibri"/>
              </a:rPr>
              <a:t>Visualization</a:t>
            </a:r>
          </a:p>
        </p:txBody>
      </p:sp>
      <p:sp>
        <p:nvSpPr>
          <p:cNvPr id="56" name="Workflow card 6 body">
            <a:extLst>
              <a:ext uri="{FF2B5EF4-FFF2-40B4-BE49-F238E27FC236}">
                <a16:creationId xmlns:a16="http://schemas.microsoft.com/office/drawing/2014/main" id="{D5E9819C-BCC5-CC9C-272D-0FFB9F75B7C6}"/>
              </a:ext>
            </a:extLst>
          </p:cNvPr>
          <p:cNvSpPr txBox="1"/>
          <p:nvPr/>
        </p:nvSpPr>
        <p:spPr>
          <a:xfrm>
            <a:off x="3538728" y="4892040"/>
            <a:ext cx="2331720" cy="685800"/>
          </a:xfrm>
          <a:prstGeom prst="rect">
            <a:avLst/>
          </a:prstGeom>
          <a:noFill/>
        </p:spPr>
        <p:txBody>
          <a:bodyPr wrap="square" lIns="45720" tIns="27432" rIns="45720" bIns="27432" anchor="t">
            <a:spAutoFit/>
          </a:bodyPr>
          <a:lstStyle/>
          <a:p>
            <a:pPr algn="l">
              <a:spcAft>
                <a:spcPts val="0"/>
              </a:spcAft>
            </a:pPr>
            <a:r>
              <a:rPr sz="1400" b="0" i="0">
                <a:solidFill>
                  <a:srgbClr val="262626"/>
                </a:solidFill>
                <a:latin typeface="Calibri"/>
              </a:rPr>
              <a:t>Build charts and interactive dashboards</a:t>
            </a:r>
          </a:p>
        </p:txBody>
      </p:sp>
      <p:sp>
        <p:nvSpPr>
          <p:cNvPr id="58" name="Workflow card 7">
            <a:extLst>
              <a:ext uri="{FF2B5EF4-FFF2-40B4-BE49-F238E27FC236}">
                <a16:creationId xmlns:a16="http://schemas.microsoft.com/office/drawing/2014/main" id="{F770F12D-AD7C-492B-62A2-CB277CFB3762}"/>
              </a:ext>
            </a:extLst>
          </p:cNvPr>
          <p:cNvSpPr/>
          <p:nvPr/>
        </p:nvSpPr>
        <p:spPr>
          <a:xfrm>
            <a:off x="6190488" y="3698895"/>
            <a:ext cx="2651760" cy="1965960"/>
          </a:xfrm>
          <a:prstGeom prst="roundRect">
            <a:avLst>
              <a:gd name="adj" fmla="val 6000"/>
            </a:avLst>
          </a:prstGeom>
          <a:ln/>
          <a:effectLst>
            <a:glow rad="63500">
              <a:schemeClr val="accent3">
                <a:satMod val="175000"/>
                <a:alpha val="40000"/>
              </a:schemeClr>
            </a:glow>
            <a:outerShdw blurRad="63500" sx="102000" sy="102000" algn="ct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a:p>
        </p:txBody>
      </p:sp>
      <p:sp>
        <p:nvSpPr>
          <p:cNvPr id="60" name="Step 7 badge">
            <a:extLst>
              <a:ext uri="{FF2B5EF4-FFF2-40B4-BE49-F238E27FC236}">
                <a16:creationId xmlns:a16="http://schemas.microsoft.com/office/drawing/2014/main" id="{7CC942F7-92B8-3073-7DF5-9D7EC32E9341}"/>
              </a:ext>
            </a:extLst>
          </p:cNvPr>
          <p:cNvSpPr/>
          <p:nvPr/>
        </p:nvSpPr>
        <p:spPr>
          <a:xfrm>
            <a:off x="6345936" y="3840480"/>
            <a:ext cx="502920" cy="502920"/>
          </a:xfrm>
          <a:prstGeom prst="ellipse">
            <a:avLst/>
          </a:prstGeom>
          <a:solidFill>
            <a:srgbClr val="2F4B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a:solidFill>
                  <a:srgbClr val="FFFFFF"/>
                </a:solidFill>
                <a:latin typeface="Calibri"/>
              </a:rPr>
              <a:t>7</a:t>
            </a:r>
          </a:p>
        </p:txBody>
      </p:sp>
      <p:sp>
        <p:nvSpPr>
          <p:cNvPr id="62" name="Workflow card 7 heading">
            <a:extLst>
              <a:ext uri="{FF2B5EF4-FFF2-40B4-BE49-F238E27FC236}">
                <a16:creationId xmlns:a16="http://schemas.microsoft.com/office/drawing/2014/main" id="{9862E84B-C660-91DC-6C23-871CFAD343F9}"/>
              </a:ext>
            </a:extLst>
          </p:cNvPr>
          <p:cNvSpPr txBox="1"/>
          <p:nvPr/>
        </p:nvSpPr>
        <p:spPr>
          <a:xfrm>
            <a:off x="6345936" y="4434840"/>
            <a:ext cx="2331720" cy="457200"/>
          </a:xfrm>
          <a:prstGeom prst="rect">
            <a:avLst/>
          </a:prstGeom>
          <a:noFill/>
        </p:spPr>
        <p:txBody>
          <a:bodyPr wrap="square" lIns="45720" tIns="27432" rIns="45720" bIns="27432" anchor="t">
            <a:spAutoFit/>
          </a:bodyPr>
          <a:lstStyle/>
          <a:p>
            <a:pPr algn="l">
              <a:spcAft>
                <a:spcPts val="0"/>
              </a:spcAft>
            </a:pPr>
            <a:r>
              <a:rPr sz="1800" b="1" i="0">
                <a:solidFill>
                  <a:srgbClr val="2F4B6E"/>
                </a:solidFill>
                <a:latin typeface="Calibri"/>
              </a:rPr>
              <a:t>Insights</a:t>
            </a:r>
          </a:p>
        </p:txBody>
      </p:sp>
      <p:sp>
        <p:nvSpPr>
          <p:cNvPr id="64" name="Workflow card 7 body">
            <a:extLst>
              <a:ext uri="{FF2B5EF4-FFF2-40B4-BE49-F238E27FC236}">
                <a16:creationId xmlns:a16="http://schemas.microsoft.com/office/drawing/2014/main" id="{88C084AB-B25D-5AE5-6D7A-9A72CBFE614F}"/>
              </a:ext>
            </a:extLst>
          </p:cNvPr>
          <p:cNvSpPr txBox="1"/>
          <p:nvPr/>
        </p:nvSpPr>
        <p:spPr>
          <a:xfrm>
            <a:off x="6345936" y="4892040"/>
            <a:ext cx="2331720" cy="685800"/>
          </a:xfrm>
          <a:prstGeom prst="rect">
            <a:avLst/>
          </a:prstGeom>
          <a:noFill/>
        </p:spPr>
        <p:txBody>
          <a:bodyPr wrap="square" lIns="45720" tIns="27432" rIns="45720" bIns="27432" anchor="t">
            <a:spAutoFit/>
          </a:bodyPr>
          <a:lstStyle/>
          <a:p>
            <a:pPr algn="l">
              <a:spcAft>
                <a:spcPts val="0"/>
              </a:spcAft>
            </a:pPr>
            <a:r>
              <a:rPr sz="1400" b="0" i="0">
                <a:solidFill>
                  <a:srgbClr val="262626"/>
                </a:solidFill>
                <a:latin typeface="Calibri"/>
              </a:rPr>
              <a:t>Derive findings and recommendations</a:t>
            </a:r>
          </a:p>
        </p:txBody>
      </p:sp>
      <p:sp>
        <p:nvSpPr>
          <p:cNvPr id="66" name="Workflow card 8">
            <a:extLst>
              <a:ext uri="{FF2B5EF4-FFF2-40B4-BE49-F238E27FC236}">
                <a16:creationId xmlns:a16="http://schemas.microsoft.com/office/drawing/2014/main" id="{FC389FF3-914A-DF33-AF43-9A4D1F8ACCDF}"/>
              </a:ext>
            </a:extLst>
          </p:cNvPr>
          <p:cNvSpPr/>
          <p:nvPr/>
        </p:nvSpPr>
        <p:spPr>
          <a:xfrm>
            <a:off x="8993123" y="3698895"/>
            <a:ext cx="2651760" cy="1965960"/>
          </a:xfrm>
          <a:prstGeom prst="roundRect">
            <a:avLst>
              <a:gd name="adj" fmla="val 6000"/>
            </a:avLst>
          </a:prstGeom>
          <a:ln/>
          <a:effectLst>
            <a:outerShdw blurRad="63500" sx="102000" sy="102000" algn="ct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a:p>
        </p:txBody>
      </p:sp>
      <p:sp>
        <p:nvSpPr>
          <p:cNvPr id="68" name="Step 8 badge">
            <a:extLst>
              <a:ext uri="{FF2B5EF4-FFF2-40B4-BE49-F238E27FC236}">
                <a16:creationId xmlns:a16="http://schemas.microsoft.com/office/drawing/2014/main" id="{FA0DC1FA-128A-330A-4DB7-1D2E0F355B48}"/>
              </a:ext>
            </a:extLst>
          </p:cNvPr>
          <p:cNvSpPr/>
          <p:nvPr/>
        </p:nvSpPr>
        <p:spPr>
          <a:xfrm>
            <a:off x="9153143" y="3840480"/>
            <a:ext cx="502920" cy="502920"/>
          </a:xfrm>
          <a:prstGeom prst="ellipse">
            <a:avLst/>
          </a:prstGeom>
          <a:solidFill>
            <a:srgbClr val="2F4B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a:solidFill>
                  <a:srgbClr val="FFFFFF"/>
                </a:solidFill>
                <a:latin typeface="Calibri"/>
              </a:rPr>
              <a:t>8</a:t>
            </a:r>
          </a:p>
        </p:txBody>
      </p:sp>
      <p:sp>
        <p:nvSpPr>
          <p:cNvPr id="70" name="Workflow card 8 heading">
            <a:extLst>
              <a:ext uri="{FF2B5EF4-FFF2-40B4-BE49-F238E27FC236}">
                <a16:creationId xmlns:a16="http://schemas.microsoft.com/office/drawing/2014/main" id="{B115EA4A-7F18-D23F-6B71-294D5345C6A6}"/>
              </a:ext>
            </a:extLst>
          </p:cNvPr>
          <p:cNvSpPr txBox="1"/>
          <p:nvPr/>
        </p:nvSpPr>
        <p:spPr>
          <a:xfrm>
            <a:off x="9153143" y="4434840"/>
            <a:ext cx="2331720" cy="457200"/>
          </a:xfrm>
          <a:prstGeom prst="rect">
            <a:avLst/>
          </a:prstGeom>
          <a:noFill/>
        </p:spPr>
        <p:txBody>
          <a:bodyPr wrap="square" lIns="45720" tIns="27432" rIns="45720" bIns="27432" anchor="t">
            <a:spAutoFit/>
          </a:bodyPr>
          <a:lstStyle/>
          <a:p>
            <a:pPr algn="l">
              <a:spcAft>
                <a:spcPts val="0"/>
              </a:spcAft>
            </a:pPr>
            <a:r>
              <a:rPr sz="1800" b="1" i="0" dirty="0">
                <a:solidFill>
                  <a:srgbClr val="2F4B6E"/>
                </a:solidFill>
                <a:latin typeface="Calibri"/>
              </a:rPr>
              <a:t>Final report</a:t>
            </a:r>
          </a:p>
        </p:txBody>
      </p:sp>
      <p:sp>
        <p:nvSpPr>
          <p:cNvPr id="72" name="Workflow card 8 body">
            <a:extLst>
              <a:ext uri="{FF2B5EF4-FFF2-40B4-BE49-F238E27FC236}">
                <a16:creationId xmlns:a16="http://schemas.microsoft.com/office/drawing/2014/main" id="{AD621888-EC22-4FD1-28C3-E2E7CDB6C39F}"/>
              </a:ext>
            </a:extLst>
          </p:cNvPr>
          <p:cNvSpPr txBox="1"/>
          <p:nvPr/>
        </p:nvSpPr>
        <p:spPr>
          <a:xfrm>
            <a:off x="9153143" y="4892040"/>
            <a:ext cx="2331720" cy="685800"/>
          </a:xfrm>
          <a:prstGeom prst="rect">
            <a:avLst/>
          </a:prstGeom>
          <a:noFill/>
        </p:spPr>
        <p:txBody>
          <a:bodyPr wrap="square" lIns="45720" tIns="27432" rIns="45720" bIns="27432" anchor="t">
            <a:spAutoFit/>
          </a:bodyPr>
          <a:lstStyle/>
          <a:p>
            <a:pPr algn="l">
              <a:spcAft>
                <a:spcPts val="0"/>
              </a:spcAft>
            </a:pPr>
            <a:r>
              <a:rPr sz="1400" b="0" i="0">
                <a:solidFill>
                  <a:srgbClr val="262626"/>
                </a:solidFill>
                <a:latin typeface="Calibri"/>
              </a:rPr>
              <a:t>Compile the deck, dataset and notebook</a:t>
            </a:r>
          </a:p>
        </p:txBody>
      </p:sp>
    </p:spTree>
    <p:extLst>
      <p:ext uri="{BB962C8B-B14F-4D97-AF65-F5344CB8AC3E}">
        <p14:creationId xmlns:p14="http://schemas.microsoft.com/office/powerpoint/2010/main" val="1441281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990A9-DF74-19A3-0E63-8DB54193772B}"/>
              </a:ext>
            </a:extLst>
          </p:cNvPr>
          <p:cNvSpPr>
            <a:spLocks noGrp="1"/>
          </p:cNvSpPr>
          <p:nvPr>
            <p:ph type="title"/>
          </p:nvPr>
        </p:nvSpPr>
        <p:spPr>
          <a:xfrm>
            <a:off x="576211" y="271667"/>
            <a:ext cx="10515600" cy="855714"/>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Business Scenario</a:t>
            </a:r>
            <a:endParaRPr lang="en-US" sz="4400" dirty="0"/>
          </a:p>
        </p:txBody>
      </p:sp>
      <p:sp>
        <p:nvSpPr>
          <p:cNvPr id="3" name="Text Placeholder 2">
            <a:extLst>
              <a:ext uri="{FF2B5EF4-FFF2-40B4-BE49-F238E27FC236}">
                <a16:creationId xmlns:a16="http://schemas.microsoft.com/office/drawing/2014/main" id="{0AFCC2CF-5A51-1C5F-C251-3D1705E788BE}"/>
              </a:ext>
            </a:extLst>
          </p:cNvPr>
          <p:cNvSpPr>
            <a:spLocks noGrp="1"/>
          </p:cNvSpPr>
          <p:nvPr>
            <p:ph type="body" idx="1"/>
          </p:nvPr>
        </p:nvSpPr>
        <p:spPr>
          <a:xfrm>
            <a:off x="831850" y="1730489"/>
            <a:ext cx="10515600" cy="4359162"/>
          </a:xfrm>
        </p:spPr>
        <p:txBody>
          <a:bodyPr/>
          <a:lstStyle/>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Flipkart offers thousands of smartphones with different brands, prices, and specifications.</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Customers often find it difficult to compare products and identify the best option based on their requirements.</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Businesses need to understand market trends, pricing strategies, and popular product configurations to stay competitive.</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By collecting and analyzing smartphone data from Flipkart, businesses can identify customer preferences and market demand.</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The insights generated from this analysis can support </a:t>
            </a:r>
            <a:r>
              <a:rPr lang="en-US" sz="2200" b="1" dirty="0">
                <a:solidFill>
                  <a:schemeClr val="tx1"/>
                </a:solidFill>
                <a:latin typeface="Times New Roman" panose="02020603050405020304" pitchFamily="18" charset="0"/>
                <a:cs typeface="Times New Roman" panose="02020603050405020304" pitchFamily="18" charset="0"/>
              </a:rPr>
              <a:t>pricing decisions, inventory planning, product recommendations, and marketing strategies</a:t>
            </a:r>
            <a:r>
              <a:rPr lang="en-US" sz="2200" dirty="0">
                <a:solidFill>
                  <a:schemeClr val="tx1"/>
                </a:solidFill>
                <a:latin typeface="Times New Roman" panose="02020603050405020304" pitchFamily="18" charset="0"/>
                <a:cs typeface="Times New Roman" panose="02020603050405020304" pitchFamily="18" charset="0"/>
              </a:rPr>
              <a:t>.</a:t>
            </a:r>
          </a:p>
          <a:p>
            <a:endParaRPr lang="en-US" dirty="0"/>
          </a:p>
        </p:txBody>
      </p:sp>
      <p:cxnSp>
        <p:nvCxnSpPr>
          <p:cNvPr id="5" name="Straight Connector 4">
            <a:extLst>
              <a:ext uri="{FF2B5EF4-FFF2-40B4-BE49-F238E27FC236}">
                <a16:creationId xmlns:a16="http://schemas.microsoft.com/office/drawing/2014/main" id="{1F85DBFD-5632-4345-4141-74E521A4D3CB}"/>
              </a:ext>
            </a:extLst>
          </p:cNvPr>
          <p:cNvCxnSpPr>
            <a:cxnSpLocks/>
          </p:cNvCxnSpPr>
          <p:nvPr/>
        </p:nvCxnSpPr>
        <p:spPr>
          <a:xfrm>
            <a:off x="831850" y="1327355"/>
            <a:ext cx="10445750"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247242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C39FC-B0C9-9144-0366-FF7A52AB30D7}"/>
              </a:ext>
            </a:extLst>
          </p:cNvPr>
          <p:cNvSpPr>
            <a:spLocks noGrp="1"/>
          </p:cNvSpPr>
          <p:nvPr>
            <p:ph type="title"/>
          </p:nvPr>
        </p:nvSpPr>
        <p:spPr>
          <a:xfrm>
            <a:off x="487721" y="137652"/>
            <a:ext cx="10515600" cy="963869"/>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Business Objective</a:t>
            </a:r>
            <a:endParaRPr lang="en-US" sz="4400" dirty="0"/>
          </a:p>
        </p:txBody>
      </p:sp>
      <p:sp>
        <p:nvSpPr>
          <p:cNvPr id="3" name="Text Placeholder 2">
            <a:extLst>
              <a:ext uri="{FF2B5EF4-FFF2-40B4-BE49-F238E27FC236}">
                <a16:creationId xmlns:a16="http://schemas.microsoft.com/office/drawing/2014/main" id="{4B34ABE0-61E7-7FE3-4D4D-42E67FFF57C3}"/>
              </a:ext>
            </a:extLst>
          </p:cNvPr>
          <p:cNvSpPr>
            <a:spLocks noGrp="1"/>
          </p:cNvSpPr>
          <p:nvPr>
            <p:ph type="body" idx="1"/>
          </p:nvPr>
        </p:nvSpPr>
        <p:spPr>
          <a:xfrm>
            <a:off x="973394" y="1641987"/>
            <a:ext cx="10374056" cy="4447663"/>
          </a:xfrm>
        </p:spPr>
        <p:txBody>
          <a:bodyPr/>
          <a:lstStyle/>
          <a:p>
            <a:pPr marL="571500" lvl="0" indent="-3429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Analyze smartphone data available on Flipkart using web scraping techniques.</a:t>
            </a:r>
          </a:p>
          <a:p>
            <a:pPr marL="571500" lvl="0" indent="-3429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Understand pricing patterns across different smartphone brands and models.</a:t>
            </a:r>
          </a:p>
          <a:p>
            <a:pPr marL="571500" lvl="0" indent="-3429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Identify popular smartphone specifications such as RAM, ROM, Battery.</a:t>
            </a:r>
          </a:p>
          <a:p>
            <a:pPr marL="571500" lvl="0" indent="-3429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Compare products based on features and price to understand market trends.</a:t>
            </a:r>
          </a:p>
          <a:p>
            <a:pPr marL="571500" lvl="0" indent="-3429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Generate data-driven insights to support pricing strategies, inventory planning, and product recommendations.</a:t>
            </a:r>
          </a:p>
          <a:p>
            <a:pPr marL="571500" lvl="0" indent="-3429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Help customers and businesses make informed decisions using analytical insights.</a:t>
            </a:r>
          </a:p>
          <a:p>
            <a:endParaRPr lang="en-US" dirty="0"/>
          </a:p>
        </p:txBody>
      </p:sp>
      <p:cxnSp>
        <p:nvCxnSpPr>
          <p:cNvPr id="5" name="Straight Connector 4">
            <a:extLst>
              <a:ext uri="{FF2B5EF4-FFF2-40B4-BE49-F238E27FC236}">
                <a16:creationId xmlns:a16="http://schemas.microsoft.com/office/drawing/2014/main" id="{69452206-E040-A92A-D8F8-92E5398916F4}"/>
              </a:ext>
            </a:extLst>
          </p:cNvPr>
          <p:cNvCxnSpPr/>
          <p:nvPr/>
        </p:nvCxnSpPr>
        <p:spPr>
          <a:xfrm>
            <a:off x="727587" y="1248697"/>
            <a:ext cx="10471355"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1288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B72B3-8173-1BF7-93A5-5451CEB6A265}"/>
              </a:ext>
            </a:extLst>
          </p:cNvPr>
          <p:cNvSpPr>
            <a:spLocks noGrp="1"/>
          </p:cNvSpPr>
          <p:nvPr>
            <p:ph type="title"/>
          </p:nvPr>
        </p:nvSpPr>
        <p:spPr>
          <a:xfrm>
            <a:off x="418895" y="688257"/>
            <a:ext cx="10515600" cy="865240"/>
          </a:xfrm>
        </p:spPr>
        <p:txBody>
          <a:bodyPr>
            <a:normAutofit fontScale="90000"/>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Collection: Web Scraping Script</a:t>
            </a:r>
            <a:br>
              <a:rPr lang="en-US" sz="4400" dirty="0">
                <a:solidFill>
                  <a:srgbClr val="FF0000"/>
                </a:solidFill>
                <a:latin typeface="Lato Black"/>
              </a:rPr>
            </a:br>
            <a:endParaRPr lang="en-US" sz="4400" dirty="0"/>
          </a:p>
        </p:txBody>
      </p:sp>
      <p:sp>
        <p:nvSpPr>
          <p:cNvPr id="3" name="Text Placeholder 2">
            <a:extLst>
              <a:ext uri="{FF2B5EF4-FFF2-40B4-BE49-F238E27FC236}">
                <a16:creationId xmlns:a16="http://schemas.microsoft.com/office/drawing/2014/main" id="{0884BF5B-CD26-227F-0626-DB7B18103E39}"/>
              </a:ext>
            </a:extLst>
          </p:cNvPr>
          <p:cNvSpPr>
            <a:spLocks noGrp="1"/>
          </p:cNvSpPr>
          <p:nvPr>
            <p:ph type="body" idx="1"/>
          </p:nvPr>
        </p:nvSpPr>
        <p:spPr>
          <a:xfrm>
            <a:off x="589936" y="1258528"/>
            <a:ext cx="6843252" cy="5309419"/>
          </a:xfrm>
        </p:spPr>
        <p:txBody>
          <a:bodyPr>
            <a:normAutofit fontScale="77500" lnSpcReduction="20000"/>
          </a:bodyPr>
          <a:lstStyle/>
          <a:p>
            <a:pPr>
              <a:lnSpc>
                <a:spcPct val="120000"/>
              </a:lnSpc>
            </a:pPr>
            <a:r>
              <a:rPr lang="en-US" sz="2600"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a:t>
            </a:r>
          </a:p>
          <a:p>
            <a:pPr marL="571500" indent="-342900">
              <a:lnSpc>
                <a:spcPct val="12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Scraped data from </a:t>
            </a:r>
            <a:r>
              <a:rPr lang="en-US" sz="2200" b="1" dirty="0">
                <a:solidFill>
                  <a:schemeClr val="tx1"/>
                </a:solidFill>
                <a:latin typeface="Times New Roman" panose="02020603050405020304" pitchFamily="18" charset="0"/>
                <a:cs typeface="Times New Roman" panose="02020603050405020304" pitchFamily="18" charset="0"/>
              </a:rPr>
              <a:t>30 result pages</a:t>
            </a:r>
            <a:r>
              <a:rPr lang="en-US" sz="2200" dirty="0">
                <a:solidFill>
                  <a:schemeClr val="tx1"/>
                </a:solidFill>
                <a:latin typeface="Times New Roman" panose="02020603050405020304" pitchFamily="18" charset="0"/>
                <a:cs typeface="Times New Roman" panose="02020603050405020304" pitchFamily="18" charset="0"/>
              </a:rPr>
              <a:t> containing smartphone products.</a:t>
            </a:r>
          </a:p>
          <a:p>
            <a:pPr marL="228600" indent="0">
              <a:lnSpc>
                <a:spcPct val="120000"/>
              </a:lnSpc>
            </a:pPr>
            <a:r>
              <a:rPr lang="en-US" sz="2600"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Method</a:t>
            </a:r>
          </a:p>
          <a:p>
            <a:pPr marL="571500" lvl="0" indent="-342900">
              <a:lnSpc>
                <a:spcPct val="12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Used </a:t>
            </a:r>
            <a:r>
              <a:rPr lang="en-US" sz="2200" b="1" dirty="0">
                <a:solidFill>
                  <a:schemeClr val="tx1"/>
                </a:solidFill>
                <a:latin typeface="Times New Roman" panose="02020603050405020304" pitchFamily="18" charset="0"/>
                <a:cs typeface="Times New Roman" panose="02020603050405020304" pitchFamily="18" charset="0"/>
              </a:rPr>
              <a:t>Python Requests</a:t>
            </a:r>
            <a:r>
              <a:rPr lang="en-US" sz="2200" dirty="0">
                <a:solidFill>
                  <a:schemeClr val="tx1"/>
                </a:solidFill>
                <a:latin typeface="Times New Roman" panose="02020603050405020304" pitchFamily="18" charset="0"/>
                <a:cs typeface="Times New Roman" panose="02020603050405020304" pitchFamily="18" charset="0"/>
              </a:rPr>
              <a:t> to send HTTP requests.</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Parsed HTML pages using </a:t>
            </a:r>
            <a:r>
              <a:rPr lang="en-US" sz="2200" b="1" dirty="0">
                <a:solidFill>
                  <a:schemeClr val="tx1"/>
                </a:solidFill>
                <a:latin typeface="Times New Roman" panose="02020603050405020304" pitchFamily="18" charset="0"/>
                <a:cs typeface="Times New Roman" panose="02020603050405020304" pitchFamily="18" charset="0"/>
              </a:rPr>
              <a:t>BeautifulSoup</a:t>
            </a:r>
            <a:r>
              <a:rPr lang="en-US" sz="2200" dirty="0">
                <a:solidFill>
                  <a:schemeClr val="tx1"/>
                </a:solidFill>
                <a:latin typeface="Times New Roman" panose="02020603050405020304" pitchFamily="18" charset="0"/>
                <a:cs typeface="Times New Roman" panose="02020603050405020304" pitchFamily="18" charset="0"/>
              </a:rPr>
              <a:t>.</a:t>
            </a:r>
          </a:p>
          <a:p>
            <a:pPr marL="228600" indent="0">
              <a:lnSpc>
                <a:spcPct val="120000"/>
              </a:lnSpc>
            </a:pPr>
            <a:r>
              <a:rPr lang="en-US" sz="2600"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Fields Extracted</a:t>
            </a:r>
          </a:p>
          <a:p>
            <a:pPr lvl="0">
              <a:lnSpc>
                <a:spcPct val="120000"/>
              </a:lnSpc>
            </a:pPr>
            <a:r>
              <a:rPr lang="en-US" sz="2200" dirty="0">
                <a:solidFill>
                  <a:schemeClr val="tx1"/>
                </a:solidFill>
                <a:latin typeface="Times New Roman" panose="02020603050405020304" pitchFamily="18" charset="0"/>
                <a:cs typeface="Times New Roman" panose="02020603050405020304" pitchFamily="18" charset="0"/>
              </a:rPr>
              <a:t>Brand, Model, Price, RAM, ROM, Display, Battery Capacity, Color.</a:t>
            </a:r>
          </a:p>
          <a:p>
            <a:pPr lvl="0">
              <a:lnSpc>
                <a:spcPct val="120000"/>
              </a:lnSpc>
            </a:pPr>
            <a:r>
              <a:rPr lang="en-US" sz="2600"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Parsed Fields</a:t>
            </a:r>
          </a:p>
          <a:p>
            <a:pPr marL="571500" lvl="0" indent="-342900">
              <a:lnSpc>
                <a:spcPct val="12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Parsed product specifications into structured data using Regex.</a:t>
            </a:r>
          </a:p>
          <a:p>
            <a:pPr lvl="0">
              <a:lnSpc>
                <a:spcPct val="120000"/>
              </a:lnSpc>
            </a:pPr>
            <a:r>
              <a:rPr lang="en-US" sz="2600"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Responsible Crawling</a:t>
            </a:r>
          </a:p>
          <a:p>
            <a:pPr marL="571500" lvl="0" indent="-342900">
              <a:lnSpc>
                <a:spcPct val="12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Implemented a User-Agent and request delay to ensure responsible web scraping.</a:t>
            </a:r>
          </a:p>
          <a:p>
            <a:pPr marL="228600" indent="0"/>
            <a:endParaRPr lang="en-US" dirty="0"/>
          </a:p>
        </p:txBody>
      </p:sp>
      <p:cxnSp>
        <p:nvCxnSpPr>
          <p:cNvPr id="5" name="Straight Connector 4">
            <a:extLst>
              <a:ext uri="{FF2B5EF4-FFF2-40B4-BE49-F238E27FC236}">
                <a16:creationId xmlns:a16="http://schemas.microsoft.com/office/drawing/2014/main" id="{91111B03-732E-8F24-2F9C-DCF40D4BE115}"/>
              </a:ext>
            </a:extLst>
          </p:cNvPr>
          <p:cNvCxnSpPr>
            <a:stCxn id="2" idx="1"/>
          </p:cNvCxnSpPr>
          <p:nvPr/>
        </p:nvCxnSpPr>
        <p:spPr>
          <a:xfrm>
            <a:off x="418895" y="1120877"/>
            <a:ext cx="11016021" cy="39329"/>
          </a:xfrm>
          <a:prstGeom prst="line">
            <a:avLst/>
          </a:prstGeom>
        </p:spPr>
        <p:style>
          <a:lnRef idx="1">
            <a:schemeClr val="accent2"/>
          </a:lnRef>
          <a:fillRef idx="0">
            <a:schemeClr val="accent2"/>
          </a:fillRef>
          <a:effectRef idx="0">
            <a:schemeClr val="accent2"/>
          </a:effectRef>
          <a:fontRef idx="minor">
            <a:schemeClr val="tx1"/>
          </a:fontRef>
        </p:style>
      </p:cxnSp>
      <p:pic>
        <p:nvPicPr>
          <p:cNvPr id="11" name="Picture 10">
            <a:extLst>
              <a:ext uri="{FF2B5EF4-FFF2-40B4-BE49-F238E27FC236}">
                <a16:creationId xmlns:a16="http://schemas.microsoft.com/office/drawing/2014/main" id="{8EE9AAE2-06B4-3E6A-423D-818A1EE2468A}"/>
              </a:ext>
            </a:extLst>
          </p:cNvPr>
          <p:cNvPicPr>
            <a:picLocks noChangeAspect="1"/>
          </p:cNvPicPr>
          <p:nvPr/>
        </p:nvPicPr>
        <p:blipFill>
          <a:blip r:embed="rId2"/>
          <a:stretch>
            <a:fillRect/>
          </a:stretch>
        </p:blipFill>
        <p:spPr>
          <a:xfrm>
            <a:off x="7764607" y="1986117"/>
            <a:ext cx="3977985" cy="2713704"/>
          </a:xfrm>
          <a:prstGeom prst="rect">
            <a:avLst/>
          </a:prstGeom>
          <a:solidFill>
            <a:schemeClr val="tx1"/>
          </a:solidFill>
          <a:ln/>
          <a:effectLst>
            <a:outerShdw blurRad="63500" sx="102000" sy="102000" algn="ctr"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pic>
    </p:spTree>
    <p:extLst>
      <p:ext uri="{BB962C8B-B14F-4D97-AF65-F5344CB8AC3E}">
        <p14:creationId xmlns:p14="http://schemas.microsoft.com/office/powerpoint/2010/main" val="1068767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1D2E-1766-3A97-CE82-AF8E27352DB3}"/>
              </a:ext>
            </a:extLst>
          </p:cNvPr>
          <p:cNvSpPr>
            <a:spLocks noGrp="1"/>
          </p:cNvSpPr>
          <p:nvPr>
            <p:ph type="title"/>
          </p:nvPr>
        </p:nvSpPr>
        <p:spPr>
          <a:xfrm>
            <a:off x="428727" y="1111045"/>
            <a:ext cx="10515600" cy="717755"/>
          </a:xfrm>
        </p:spPr>
        <p:txBody>
          <a:bodyPr>
            <a:normAutofit fontScale="90000"/>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Dataset Overview</a:t>
            </a:r>
            <a:br>
              <a:rPr lang="en-US" dirty="0">
                <a:solidFill>
                  <a:srgbClr val="FF0000"/>
                </a:solidFill>
                <a:latin typeface="Lato Black"/>
              </a:rPr>
            </a:br>
            <a:endParaRPr lang="en-US" dirty="0"/>
          </a:p>
        </p:txBody>
      </p:sp>
      <p:sp>
        <p:nvSpPr>
          <p:cNvPr id="3" name="Text Placeholder 2">
            <a:extLst>
              <a:ext uri="{FF2B5EF4-FFF2-40B4-BE49-F238E27FC236}">
                <a16:creationId xmlns:a16="http://schemas.microsoft.com/office/drawing/2014/main" id="{E0D299F6-9A85-EFF4-1960-8B58CC072727}"/>
              </a:ext>
            </a:extLst>
          </p:cNvPr>
          <p:cNvSpPr>
            <a:spLocks noGrp="1"/>
          </p:cNvSpPr>
          <p:nvPr>
            <p:ph type="body" idx="1"/>
          </p:nvPr>
        </p:nvSpPr>
        <p:spPr>
          <a:xfrm>
            <a:off x="341839" y="1691158"/>
            <a:ext cx="7017608" cy="4798131"/>
          </a:xfrm>
        </p:spPr>
        <p:txBody>
          <a:bodyPr>
            <a:normAutofit/>
          </a:bodyPr>
          <a:lstStyle/>
          <a:p>
            <a:pPr marL="571500" lvl="0" indent="-342900">
              <a:lnSpc>
                <a:spcPct val="100000"/>
              </a:lnSpc>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The dataset contains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444 smartphone listings</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with each row representing one mobile phone available on Flipkart.</a:t>
            </a:r>
          </a:p>
          <a:p>
            <a:pPr marL="571500" lvl="0" indent="-342900">
              <a:lnSpc>
                <a:spcPct val="100000"/>
              </a:lnSpc>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The final cleaned dataset consists of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8 features</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including Brand, Model, RAM, ROM, Battery, Price, Display, and Color.</a:t>
            </a:r>
          </a:p>
          <a:p>
            <a:pPr marL="571500" lvl="0" indent="-342900">
              <a:lnSpc>
                <a:spcPct val="100000"/>
              </a:lnSpc>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The data was collected by scraping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30 Flipkart search result pages</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using Python.</a:t>
            </a:r>
          </a:p>
          <a:p>
            <a:pPr marL="571500" lvl="0" indent="-342900">
              <a:lnSpc>
                <a:spcPct val="100000"/>
              </a:lnSpc>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Missing values were handled, duplicate records were removed, and data types were converted during preprocessing.</a:t>
            </a:r>
          </a:p>
          <a:p>
            <a:pPr marL="571500" lvl="0" indent="-342900">
              <a:lnSpc>
                <a:spcPct val="100000"/>
              </a:lnSpc>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The cleaned dataset is exported as a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CSV file</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for further analysis and visualization.</a:t>
            </a:r>
          </a:p>
          <a:p>
            <a:endParaRPr lang="en-US" dirty="0"/>
          </a:p>
        </p:txBody>
      </p:sp>
      <p:cxnSp>
        <p:nvCxnSpPr>
          <p:cNvPr id="5" name="Straight Connector 4">
            <a:extLst>
              <a:ext uri="{FF2B5EF4-FFF2-40B4-BE49-F238E27FC236}">
                <a16:creationId xmlns:a16="http://schemas.microsoft.com/office/drawing/2014/main" id="{6663BA1F-7BA3-21A4-E6C2-AAB91F18ADEE}"/>
              </a:ext>
            </a:extLst>
          </p:cNvPr>
          <p:cNvCxnSpPr/>
          <p:nvPr/>
        </p:nvCxnSpPr>
        <p:spPr>
          <a:xfrm>
            <a:off x="428727" y="1248697"/>
            <a:ext cx="10668000" cy="0"/>
          </a:xfrm>
          <a:prstGeom prst="line">
            <a:avLst/>
          </a:prstGeom>
        </p:spPr>
        <p:style>
          <a:lnRef idx="1">
            <a:schemeClr val="accent2"/>
          </a:lnRef>
          <a:fillRef idx="0">
            <a:schemeClr val="accent2"/>
          </a:fillRef>
          <a:effectRef idx="0">
            <a:schemeClr val="accent2"/>
          </a:effectRef>
          <a:fontRef idx="minor">
            <a:schemeClr val="tx1"/>
          </a:fontRef>
        </p:style>
      </p:cxnSp>
      <p:pic>
        <p:nvPicPr>
          <p:cNvPr id="7" name="Picture 6">
            <a:extLst>
              <a:ext uri="{FF2B5EF4-FFF2-40B4-BE49-F238E27FC236}">
                <a16:creationId xmlns:a16="http://schemas.microsoft.com/office/drawing/2014/main" id="{1EEEEFBD-F8EC-761D-421E-585D5C8DCD04}"/>
              </a:ext>
            </a:extLst>
          </p:cNvPr>
          <p:cNvPicPr>
            <a:picLocks noChangeAspect="1"/>
          </p:cNvPicPr>
          <p:nvPr/>
        </p:nvPicPr>
        <p:blipFill>
          <a:blip r:embed="rId2"/>
          <a:stretch>
            <a:fillRect/>
          </a:stretch>
        </p:blipFill>
        <p:spPr>
          <a:xfrm>
            <a:off x="7658307" y="1691159"/>
            <a:ext cx="4191854" cy="3780496"/>
          </a:xfrm>
          <a:prstGeom prst="rect">
            <a:avLst/>
          </a:prstGeom>
          <a:solidFill>
            <a:schemeClr val="accent2">
              <a:lumMod val="20000"/>
              <a:lumOff val="80000"/>
            </a:schemeClr>
          </a:solidFill>
          <a:ln w="88900" cap="sq">
            <a:solidFill>
              <a:srgbClr val="FFFFFF"/>
            </a:solidFill>
            <a:miter lim="800000"/>
          </a:ln>
          <a:effectLst>
            <a:outerShdw blurRad="63500" sx="102000" sy="102000" algn="ctr"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78140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42923-73D1-4802-736C-DB80D5BF9540}"/>
              </a:ext>
            </a:extLst>
          </p:cNvPr>
          <p:cNvSpPr>
            <a:spLocks noGrp="1"/>
          </p:cNvSpPr>
          <p:nvPr>
            <p:ph type="ctrTitle"/>
          </p:nvPr>
        </p:nvSpPr>
        <p:spPr>
          <a:xfrm>
            <a:off x="501445" y="1157748"/>
            <a:ext cx="9144000" cy="511278"/>
          </a:xfrm>
        </p:spPr>
        <p:txBody>
          <a:bodyPr>
            <a:normAutofit fontScale="90000"/>
          </a:bodyPr>
          <a:lstStyle/>
          <a:p>
            <a:pPr algn="l"/>
            <a:r>
              <a:rPr lang="en-US" sz="49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Dictionary</a:t>
            </a:r>
            <a:br>
              <a:rPr lang="en-US" dirty="0">
                <a:solidFill>
                  <a:srgbClr val="FF0000"/>
                </a:solidFill>
                <a:latin typeface="Lato Black"/>
              </a:rPr>
            </a:br>
            <a:endParaRPr lang="en-US" dirty="0"/>
          </a:p>
        </p:txBody>
      </p:sp>
      <p:sp>
        <p:nvSpPr>
          <p:cNvPr id="3" name="Subtitle 2">
            <a:extLst>
              <a:ext uri="{FF2B5EF4-FFF2-40B4-BE49-F238E27FC236}">
                <a16:creationId xmlns:a16="http://schemas.microsoft.com/office/drawing/2014/main" id="{8AE3AA24-70EF-CC4D-BF86-46FA63F36A9E}"/>
              </a:ext>
            </a:extLst>
          </p:cNvPr>
          <p:cNvSpPr>
            <a:spLocks noGrp="1"/>
          </p:cNvSpPr>
          <p:nvPr>
            <p:ph type="subTitle" idx="1"/>
          </p:nvPr>
        </p:nvSpPr>
        <p:spPr>
          <a:xfrm>
            <a:off x="747252" y="1359311"/>
            <a:ext cx="10422193" cy="619429"/>
          </a:xfrm>
        </p:spPr>
        <p:txBody>
          <a:bodyPr>
            <a:normAutofit fontScale="85000" lnSpcReduction="10000"/>
          </a:bodyPr>
          <a:lstStyle/>
          <a:p>
            <a:pPr algn="l"/>
            <a:r>
              <a:rPr lang="en-US"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Scraped Fields                                                                            Parsed and Derived Fields</a:t>
            </a:r>
          </a:p>
        </p:txBody>
      </p:sp>
      <p:cxnSp>
        <p:nvCxnSpPr>
          <p:cNvPr id="5" name="Straight Connector 4">
            <a:extLst>
              <a:ext uri="{FF2B5EF4-FFF2-40B4-BE49-F238E27FC236}">
                <a16:creationId xmlns:a16="http://schemas.microsoft.com/office/drawing/2014/main" id="{95A43426-D472-F819-B771-BBEB6F532174}"/>
              </a:ext>
            </a:extLst>
          </p:cNvPr>
          <p:cNvCxnSpPr/>
          <p:nvPr/>
        </p:nvCxnSpPr>
        <p:spPr>
          <a:xfrm>
            <a:off x="639097" y="1042219"/>
            <a:ext cx="10530348" cy="0"/>
          </a:xfrm>
          <a:prstGeom prst="line">
            <a:avLst/>
          </a:prstGeom>
        </p:spPr>
        <p:style>
          <a:lnRef idx="1">
            <a:schemeClr val="accent2"/>
          </a:lnRef>
          <a:fillRef idx="0">
            <a:schemeClr val="accent2"/>
          </a:fillRef>
          <a:effectRef idx="0">
            <a:schemeClr val="accent2"/>
          </a:effectRef>
          <a:fontRef idx="minor">
            <a:schemeClr val="tx1"/>
          </a:fontRef>
        </p:style>
      </p:cxnSp>
      <p:pic>
        <p:nvPicPr>
          <p:cNvPr id="7" name="Picture 6">
            <a:extLst>
              <a:ext uri="{FF2B5EF4-FFF2-40B4-BE49-F238E27FC236}">
                <a16:creationId xmlns:a16="http://schemas.microsoft.com/office/drawing/2014/main" id="{849C9EFC-5AF6-264E-C277-5001D17B461B}"/>
              </a:ext>
            </a:extLst>
          </p:cNvPr>
          <p:cNvPicPr>
            <a:picLocks noChangeAspect="1"/>
          </p:cNvPicPr>
          <p:nvPr/>
        </p:nvPicPr>
        <p:blipFill>
          <a:blip r:embed="rId2"/>
          <a:stretch>
            <a:fillRect/>
          </a:stretch>
        </p:blipFill>
        <p:spPr>
          <a:xfrm>
            <a:off x="934094" y="2180303"/>
            <a:ext cx="5260228" cy="3236391"/>
          </a:xfrm>
          <a:prstGeom prst="rect">
            <a:avLst/>
          </a:prstGeom>
        </p:spPr>
      </p:pic>
      <p:pic>
        <p:nvPicPr>
          <p:cNvPr id="12" name="Picture 11">
            <a:extLst>
              <a:ext uri="{FF2B5EF4-FFF2-40B4-BE49-F238E27FC236}">
                <a16:creationId xmlns:a16="http://schemas.microsoft.com/office/drawing/2014/main" id="{B6DA8B6F-795B-C461-9DD5-C93D3CEC8F86}"/>
              </a:ext>
            </a:extLst>
          </p:cNvPr>
          <p:cNvPicPr>
            <a:picLocks noChangeAspect="1"/>
          </p:cNvPicPr>
          <p:nvPr/>
        </p:nvPicPr>
        <p:blipFill>
          <a:blip r:embed="rId3"/>
          <a:stretch>
            <a:fillRect/>
          </a:stretch>
        </p:blipFill>
        <p:spPr>
          <a:xfrm>
            <a:off x="6592918" y="2419902"/>
            <a:ext cx="5220152" cy="1866962"/>
          </a:xfrm>
          <a:prstGeom prst="rect">
            <a:avLst/>
          </a:prstGeom>
        </p:spPr>
      </p:pic>
    </p:spTree>
    <p:extLst>
      <p:ext uri="{BB962C8B-B14F-4D97-AF65-F5344CB8AC3E}">
        <p14:creationId xmlns:p14="http://schemas.microsoft.com/office/powerpoint/2010/main" val="2372792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0426D-AECA-FF2E-B270-52D8DAAEEC3E}"/>
              </a:ext>
            </a:extLst>
          </p:cNvPr>
          <p:cNvSpPr>
            <a:spLocks noGrp="1"/>
          </p:cNvSpPr>
          <p:nvPr>
            <p:ph type="title"/>
          </p:nvPr>
        </p:nvSpPr>
        <p:spPr>
          <a:xfrm>
            <a:off x="497552" y="866672"/>
            <a:ext cx="10515600" cy="993057"/>
          </a:xfrm>
        </p:spPr>
        <p:txBody>
          <a:bodyPr>
            <a:normAutofit fontScale="90000"/>
          </a:bodyPr>
          <a:lstStyle/>
          <a:p>
            <a:r>
              <a:rPr lang="en-US" sz="49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Cleaning &amp; Preprocessing</a:t>
            </a:r>
            <a:br>
              <a:rPr lang="en-US" dirty="0">
                <a:solidFill>
                  <a:srgbClr val="FF0000"/>
                </a:solidFill>
                <a:latin typeface="Lato Black"/>
              </a:rPr>
            </a:br>
            <a:endParaRPr lang="en-US" dirty="0"/>
          </a:p>
        </p:txBody>
      </p:sp>
      <p:sp>
        <p:nvSpPr>
          <p:cNvPr id="3" name="Text Placeholder 2">
            <a:extLst>
              <a:ext uri="{FF2B5EF4-FFF2-40B4-BE49-F238E27FC236}">
                <a16:creationId xmlns:a16="http://schemas.microsoft.com/office/drawing/2014/main" id="{A5A2C172-5B32-E723-E94B-09DA8A721FC4}"/>
              </a:ext>
            </a:extLst>
          </p:cNvPr>
          <p:cNvSpPr>
            <a:spLocks noGrp="1"/>
          </p:cNvSpPr>
          <p:nvPr>
            <p:ph type="body" idx="1"/>
          </p:nvPr>
        </p:nvSpPr>
        <p:spPr>
          <a:xfrm>
            <a:off x="831850" y="1591393"/>
            <a:ext cx="10515600" cy="4498257"/>
          </a:xfrm>
        </p:spPr>
        <p:txBody>
          <a:bodyPr>
            <a:normAutofit/>
          </a:bodyPr>
          <a:lstStyle/>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Missing values were identified and handled using appropriate imputation techniques.</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Duplicate records were checked and removed to improve data quality.</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Numerical columns were converted to appropriate data types for analysis.</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Categorical columns were cleaned by handling blank values and standardizing text.</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Three derived features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Price_Category, RAM_Category, </a:t>
            </a:r>
            <a:r>
              <a:rPr lang="en-US" b="1" dirty="0" err="1">
                <a:solidFill>
                  <a:schemeClr val="tx1">
                    <a:lumMod val="95000"/>
                    <a:lumOff val="5000"/>
                  </a:schemeClr>
                </a:solidFill>
                <a:latin typeface="Times New Roman" panose="02020603050405020304" pitchFamily="18" charset="0"/>
                <a:cs typeface="Times New Roman" panose="02020603050405020304" pitchFamily="18" charset="0"/>
              </a:rPr>
              <a:t>Battery_Category</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were created for better segmentation.</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The cleaned dataset was validated and exported as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Flipkart_Mobile_Cleaned.csv</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for further analysis.</a:t>
            </a:r>
          </a:p>
          <a:p>
            <a:endParaRPr lang="en-US" dirty="0"/>
          </a:p>
        </p:txBody>
      </p:sp>
      <p:cxnSp>
        <p:nvCxnSpPr>
          <p:cNvPr id="5" name="Straight Connector 4">
            <a:extLst>
              <a:ext uri="{FF2B5EF4-FFF2-40B4-BE49-F238E27FC236}">
                <a16:creationId xmlns:a16="http://schemas.microsoft.com/office/drawing/2014/main" id="{CF73609F-1AA3-4F0A-DC28-5613D7A1BA1F}"/>
              </a:ext>
            </a:extLst>
          </p:cNvPr>
          <p:cNvCxnSpPr>
            <a:cxnSpLocks/>
          </p:cNvCxnSpPr>
          <p:nvPr/>
        </p:nvCxnSpPr>
        <p:spPr>
          <a:xfrm>
            <a:off x="599768" y="1229032"/>
            <a:ext cx="10579509"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36763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50C3A-B22C-3478-B027-ABD7E1E287D8}"/>
              </a:ext>
            </a:extLst>
          </p:cNvPr>
          <p:cNvSpPr>
            <a:spLocks noGrp="1"/>
          </p:cNvSpPr>
          <p:nvPr>
            <p:ph type="title"/>
          </p:nvPr>
        </p:nvSpPr>
        <p:spPr>
          <a:xfrm>
            <a:off x="182921" y="0"/>
            <a:ext cx="11438808" cy="1056662"/>
          </a:xfrm>
        </p:spPr>
        <p:txBody>
          <a:bodyPr>
            <a:normAutofit fontScale="90000"/>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EDA: Price &amp; Smartphone Feature Distributions</a:t>
            </a:r>
          </a:p>
        </p:txBody>
      </p:sp>
      <p:sp>
        <p:nvSpPr>
          <p:cNvPr id="3" name="Text Placeholder 2">
            <a:extLst>
              <a:ext uri="{FF2B5EF4-FFF2-40B4-BE49-F238E27FC236}">
                <a16:creationId xmlns:a16="http://schemas.microsoft.com/office/drawing/2014/main" id="{CAD939CE-330B-6CB4-833D-5BAA60B95823}"/>
              </a:ext>
            </a:extLst>
          </p:cNvPr>
          <p:cNvSpPr>
            <a:spLocks noGrp="1"/>
          </p:cNvSpPr>
          <p:nvPr>
            <p:ph type="body" idx="1"/>
          </p:nvPr>
        </p:nvSpPr>
        <p:spPr>
          <a:xfrm>
            <a:off x="6921910" y="1976285"/>
            <a:ext cx="4886632" cy="4113366"/>
          </a:xfrm>
        </p:spPr>
        <p:txBody>
          <a:bodyPr>
            <a:normAutofit/>
          </a:bodyPr>
          <a:lstStyle/>
          <a:p>
            <a:r>
              <a:rPr lang="en-US"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Key Observations :</a:t>
            </a:r>
          </a:p>
          <a:p>
            <a:pPr marL="571500" lvl="0" indent="-342900">
              <a:buFont typeface="Arial" panose="020B0604020202020204" pitchFamily="34" charset="0"/>
              <a:buChar char="•"/>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Price:</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Most smartphones are available in the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budget and mid-range</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segments.</a:t>
            </a:r>
          </a:p>
          <a:p>
            <a:pPr marL="571500" lvl="0" indent="-342900">
              <a:buFont typeface="Arial" panose="020B0604020202020204" pitchFamily="34" charset="0"/>
              <a:buChar char="•"/>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RAM:</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6 GB and 8 GB RAM</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models dominate the dataset.</a:t>
            </a:r>
          </a:p>
          <a:p>
            <a:pPr marL="571500" lvl="0" indent="-342900">
              <a:buFont typeface="Arial" panose="020B0604020202020204" pitchFamily="34" charset="0"/>
              <a:buChar char="•"/>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Battery:</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5000 </a:t>
            </a:r>
            <a:r>
              <a:rPr lang="en-US" sz="2000" b="1" dirty="0" err="1">
                <a:solidFill>
                  <a:schemeClr val="tx1">
                    <a:lumMod val="95000"/>
                    <a:lumOff val="5000"/>
                  </a:schemeClr>
                </a:solidFill>
                <a:latin typeface="Times New Roman" panose="02020603050405020304" pitchFamily="18" charset="0"/>
                <a:cs typeface="Times New Roman" panose="02020603050405020304" pitchFamily="18" charset="0"/>
              </a:rPr>
              <a:t>mAh</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is the most common battery capacity.</a:t>
            </a:r>
          </a:p>
          <a:p>
            <a:pPr marL="571500" lvl="0" indent="-342900">
              <a:buFont typeface="Arial" panose="020B0604020202020204" pitchFamily="34" charset="0"/>
              <a:buChar char="•"/>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Brand:</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Samsung</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has the highest number of smartphone listings.</a:t>
            </a:r>
          </a:p>
          <a:p>
            <a:endParaRPr lang="en-US" dirty="0"/>
          </a:p>
        </p:txBody>
      </p:sp>
      <p:cxnSp>
        <p:nvCxnSpPr>
          <p:cNvPr id="5" name="Straight Connector 4">
            <a:extLst>
              <a:ext uri="{FF2B5EF4-FFF2-40B4-BE49-F238E27FC236}">
                <a16:creationId xmlns:a16="http://schemas.microsoft.com/office/drawing/2014/main" id="{57EF5520-4269-0388-A9B9-E74EC04A2E3E}"/>
              </a:ext>
            </a:extLst>
          </p:cNvPr>
          <p:cNvCxnSpPr/>
          <p:nvPr/>
        </p:nvCxnSpPr>
        <p:spPr>
          <a:xfrm>
            <a:off x="363794" y="1229032"/>
            <a:ext cx="11336593" cy="0"/>
          </a:xfrm>
          <a:prstGeom prst="line">
            <a:avLst/>
          </a:prstGeom>
        </p:spPr>
        <p:style>
          <a:lnRef idx="1">
            <a:schemeClr val="accent2"/>
          </a:lnRef>
          <a:fillRef idx="0">
            <a:schemeClr val="accent2"/>
          </a:fillRef>
          <a:effectRef idx="0">
            <a:schemeClr val="accent2"/>
          </a:effectRef>
          <a:fontRef idx="minor">
            <a:schemeClr val="tx1"/>
          </a:fontRef>
        </p:style>
      </p:cxnSp>
      <p:pic>
        <p:nvPicPr>
          <p:cNvPr id="7" name="Picture 6">
            <a:extLst>
              <a:ext uri="{FF2B5EF4-FFF2-40B4-BE49-F238E27FC236}">
                <a16:creationId xmlns:a16="http://schemas.microsoft.com/office/drawing/2014/main" id="{91A555FF-9C2B-B5B8-7D14-BE3FA6787A98}"/>
              </a:ext>
            </a:extLst>
          </p:cNvPr>
          <p:cNvPicPr>
            <a:picLocks noChangeAspect="1"/>
          </p:cNvPicPr>
          <p:nvPr/>
        </p:nvPicPr>
        <p:blipFill>
          <a:blip r:embed="rId3"/>
          <a:stretch>
            <a:fillRect/>
          </a:stretch>
        </p:blipFill>
        <p:spPr>
          <a:xfrm>
            <a:off x="182921" y="1401404"/>
            <a:ext cx="3464847" cy="2570828"/>
          </a:xfrm>
          <a:prstGeom prst="rect">
            <a:avLst/>
          </a:prstGeom>
        </p:spPr>
      </p:pic>
      <p:pic>
        <p:nvPicPr>
          <p:cNvPr id="9" name="Picture 8">
            <a:extLst>
              <a:ext uri="{FF2B5EF4-FFF2-40B4-BE49-F238E27FC236}">
                <a16:creationId xmlns:a16="http://schemas.microsoft.com/office/drawing/2014/main" id="{7804018C-B6EE-90BC-08B5-6F91750A9E58}"/>
              </a:ext>
            </a:extLst>
          </p:cNvPr>
          <p:cNvPicPr>
            <a:picLocks noChangeAspect="1"/>
          </p:cNvPicPr>
          <p:nvPr/>
        </p:nvPicPr>
        <p:blipFill>
          <a:blip r:embed="rId4"/>
          <a:stretch>
            <a:fillRect/>
          </a:stretch>
        </p:blipFill>
        <p:spPr>
          <a:xfrm>
            <a:off x="3628104" y="1312914"/>
            <a:ext cx="3283974" cy="2570828"/>
          </a:xfrm>
          <a:prstGeom prst="rect">
            <a:avLst/>
          </a:prstGeom>
        </p:spPr>
      </p:pic>
      <p:pic>
        <p:nvPicPr>
          <p:cNvPr id="11" name="Picture 10">
            <a:extLst>
              <a:ext uri="{FF2B5EF4-FFF2-40B4-BE49-F238E27FC236}">
                <a16:creationId xmlns:a16="http://schemas.microsoft.com/office/drawing/2014/main" id="{613D9B49-CFD0-AD94-7ECD-52C4A817FAE6}"/>
              </a:ext>
            </a:extLst>
          </p:cNvPr>
          <p:cNvPicPr>
            <a:picLocks noChangeAspect="1"/>
          </p:cNvPicPr>
          <p:nvPr/>
        </p:nvPicPr>
        <p:blipFill>
          <a:blip r:embed="rId5"/>
          <a:stretch>
            <a:fillRect/>
          </a:stretch>
        </p:blipFill>
        <p:spPr>
          <a:xfrm>
            <a:off x="182921" y="3972232"/>
            <a:ext cx="3680272" cy="2739127"/>
          </a:xfrm>
          <a:prstGeom prst="rect">
            <a:avLst/>
          </a:prstGeom>
        </p:spPr>
      </p:pic>
      <p:pic>
        <p:nvPicPr>
          <p:cNvPr id="13" name="Picture 12">
            <a:extLst>
              <a:ext uri="{FF2B5EF4-FFF2-40B4-BE49-F238E27FC236}">
                <a16:creationId xmlns:a16="http://schemas.microsoft.com/office/drawing/2014/main" id="{7E73F87D-C4EB-2CBB-4C23-94228D5A1738}"/>
              </a:ext>
            </a:extLst>
          </p:cNvPr>
          <p:cNvPicPr>
            <a:picLocks noChangeAspect="1"/>
          </p:cNvPicPr>
          <p:nvPr/>
        </p:nvPicPr>
        <p:blipFill>
          <a:blip r:embed="rId6"/>
          <a:stretch>
            <a:fillRect/>
          </a:stretch>
        </p:blipFill>
        <p:spPr>
          <a:xfrm>
            <a:off x="3755923" y="4036449"/>
            <a:ext cx="3391244" cy="2570828"/>
          </a:xfrm>
          <a:prstGeom prst="rect">
            <a:avLst/>
          </a:prstGeom>
        </p:spPr>
      </p:pic>
    </p:spTree>
    <p:extLst>
      <p:ext uri="{BB962C8B-B14F-4D97-AF65-F5344CB8AC3E}">
        <p14:creationId xmlns:p14="http://schemas.microsoft.com/office/powerpoint/2010/main" val="863736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282AF-EBF0-2565-FF90-987A5650BAB0}"/>
              </a:ext>
            </a:extLst>
          </p:cNvPr>
          <p:cNvSpPr>
            <a:spLocks noGrp="1"/>
          </p:cNvSpPr>
          <p:nvPr>
            <p:ph type="title"/>
          </p:nvPr>
        </p:nvSpPr>
        <p:spPr>
          <a:xfrm>
            <a:off x="468056" y="374906"/>
            <a:ext cx="10515600" cy="786888"/>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EDA: Brand &amp; Price Analysis</a:t>
            </a:r>
          </a:p>
        </p:txBody>
      </p:sp>
      <p:sp>
        <p:nvSpPr>
          <p:cNvPr id="3" name="Text Placeholder 2">
            <a:extLst>
              <a:ext uri="{FF2B5EF4-FFF2-40B4-BE49-F238E27FC236}">
                <a16:creationId xmlns:a16="http://schemas.microsoft.com/office/drawing/2014/main" id="{68D8EC7F-3FE6-390B-2E4A-03E7002DE71D}"/>
              </a:ext>
            </a:extLst>
          </p:cNvPr>
          <p:cNvSpPr>
            <a:spLocks noGrp="1"/>
          </p:cNvSpPr>
          <p:nvPr>
            <p:ph type="body" idx="1"/>
          </p:nvPr>
        </p:nvSpPr>
        <p:spPr>
          <a:xfrm>
            <a:off x="831850" y="5211098"/>
            <a:ext cx="10515600" cy="878552"/>
          </a:xfrm>
        </p:spPr>
        <p:txBody>
          <a:bodyPr>
            <a:normAutofit/>
          </a:bodyPr>
          <a:lstStyle/>
          <a:p>
            <a:pPr marL="571500" indent="-342900">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The analysis shows that the top brands contribute the highest number of smartphone listings, while premium brands have comparatively higher average prices than budget-oriented brands.</a:t>
            </a:r>
          </a:p>
        </p:txBody>
      </p:sp>
      <p:cxnSp>
        <p:nvCxnSpPr>
          <p:cNvPr id="5" name="Straight Connector 4">
            <a:extLst>
              <a:ext uri="{FF2B5EF4-FFF2-40B4-BE49-F238E27FC236}">
                <a16:creationId xmlns:a16="http://schemas.microsoft.com/office/drawing/2014/main" id="{9FD51922-FC5F-DC7A-B90D-B2226205F662}"/>
              </a:ext>
            </a:extLst>
          </p:cNvPr>
          <p:cNvCxnSpPr/>
          <p:nvPr/>
        </p:nvCxnSpPr>
        <p:spPr>
          <a:xfrm>
            <a:off x="468056" y="1161794"/>
            <a:ext cx="10966860" cy="0"/>
          </a:xfrm>
          <a:prstGeom prst="line">
            <a:avLst/>
          </a:prstGeom>
        </p:spPr>
        <p:style>
          <a:lnRef idx="1">
            <a:schemeClr val="accent2"/>
          </a:lnRef>
          <a:fillRef idx="0">
            <a:schemeClr val="accent2"/>
          </a:fillRef>
          <a:effectRef idx="0">
            <a:schemeClr val="accent2"/>
          </a:effectRef>
          <a:fontRef idx="minor">
            <a:schemeClr val="tx1"/>
          </a:fontRef>
        </p:style>
      </p:cxnSp>
      <p:pic>
        <p:nvPicPr>
          <p:cNvPr id="7" name="Picture 6">
            <a:extLst>
              <a:ext uri="{FF2B5EF4-FFF2-40B4-BE49-F238E27FC236}">
                <a16:creationId xmlns:a16="http://schemas.microsoft.com/office/drawing/2014/main" id="{2114827F-C2A6-DCBA-C47E-87463A556567}"/>
              </a:ext>
            </a:extLst>
          </p:cNvPr>
          <p:cNvPicPr>
            <a:picLocks noChangeAspect="1"/>
          </p:cNvPicPr>
          <p:nvPr/>
        </p:nvPicPr>
        <p:blipFill>
          <a:blip r:embed="rId2"/>
          <a:stretch>
            <a:fillRect/>
          </a:stretch>
        </p:blipFill>
        <p:spPr>
          <a:xfrm>
            <a:off x="468056" y="1278193"/>
            <a:ext cx="5391971" cy="3932901"/>
          </a:xfrm>
          <a:prstGeom prst="rect">
            <a:avLst/>
          </a:prstGeom>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B4D98DD4-BB45-B8F9-6489-C477018B6879}"/>
              </a:ext>
            </a:extLst>
          </p:cNvPr>
          <p:cNvPicPr>
            <a:picLocks noChangeAspect="1"/>
          </p:cNvPicPr>
          <p:nvPr/>
        </p:nvPicPr>
        <p:blipFill>
          <a:blip r:embed="rId3"/>
          <a:stretch>
            <a:fillRect/>
          </a:stretch>
        </p:blipFill>
        <p:spPr>
          <a:xfrm>
            <a:off x="6331975" y="1278192"/>
            <a:ext cx="5476568" cy="3932887"/>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567299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A181D-950E-9CAC-14FB-79DDA8D1BC82}"/>
              </a:ext>
            </a:extLst>
          </p:cNvPr>
          <p:cNvSpPr>
            <a:spLocks noGrp="1"/>
          </p:cNvSpPr>
          <p:nvPr>
            <p:ph type="title"/>
          </p:nvPr>
        </p:nvSpPr>
        <p:spPr>
          <a:xfrm>
            <a:off x="576212" y="345409"/>
            <a:ext cx="10515600" cy="845881"/>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EDA: Price vs Battery Capacity</a:t>
            </a:r>
          </a:p>
        </p:txBody>
      </p:sp>
      <p:sp>
        <p:nvSpPr>
          <p:cNvPr id="3" name="Text Placeholder 2">
            <a:extLst>
              <a:ext uri="{FF2B5EF4-FFF2-40B4-BE49-F238E27FC236}">
                <a16:creationId xmlns:a16="http://schemas.microsoft.com/office/drawing/2014/main" id="{1FC3E3BC-F18A-5AEC-1CCF-AC74D1FB8676}"/>
              </a:ext>
            </a:extLst>
          </p:cNvPr>
          <p:cNvSpPr>
            <a:spLocks noGrp="1"/>
          </p:cNvSpPr>
          <p:nvPr>
            <p:ph type="body" idx="1"/>
          </p:nvPr>
        </p:nvSpPr>
        <p:spPr>
          <a:xfrm>
            <a:off x="6440129" y="1818971"/>
            <a:ext cx="4907320" cy="3824743"/>
          </a:xfrm>
        </p:spPr>
        <p:txBody>
          <a:bodyPr>
            <a:normAutofit fontScale="92500"/>
          </a:bodyPr>
          <a:lstStyle/>
          <a:p>
            <a:r>
              <a:rPr lang="en-US" sz="2800"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Price vs Battery Capacity :</a:t>
            </a:r>
          </a:p>
          <a:p>
            <a:pPr marL="571500" lvl="0" indent="-342900">
              <a:buFont typeface="Arial" panose="020B0604020202020204" pitchFamily="34" charset="0"/>
              <a:buChar cha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Higher battery capacity is generally associated with higher smartphone prices.</a:t>
            </a:r>
          </a:p>
          <a:p>
            <a:pPr marL="571500" lvl="0" indent="-342900">
              <a:buFont typeface="Arial" panose="020B0604020202020204" pitchFamily="34" charset="0"/>
              <a:buChar cha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Most smartphones are concentrated around the </a:t>
            </a:r>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5000 </a:t>
            </a:r>
            <a:r>
              <a:rPr lang="en-US" sz="2100" b="1" dirty="0" err="1">
                <a:solidFill>
                  <a:schemeClr val="tx1">
                    <a:lumMod val="95000"/>
                    <a:lumOff val="5000"/>
                  </a:schemeClr>
                </a:solidFill>
                <a:latin typeface="Times New Roman" panose="02020603050405020304" pitchFamily="18" charset="0"/>
                <a:cs typeface="Times New Roman" panose="02020603050405020304" pitchFamily="18" charset="0"/>
              </a:rPr>
              <a:t>mAh</a:t>
            </a: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 battery segment.</a:t>
            </a:r>
          </a:p>
          <a:p>
            <a:pPr marL="571500" lvl="0" indent="-342900">
              <a:buFont typeface="Arial" panose="020B0604020202020204" pitchFamily="34" charset="0"/>
              <a:buChar cha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Premium smartphones appear as </a:t>
            </a:r>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high-price outliers</a:t>
            </a: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 regardless of battery capacity.</a:t>
            </a:r>
          </a:p>
          <a:p>
            <a:pPr marL="571500" lvl="0" indent="-342900">
              <a:buFont typeface="Arial" panose="020B0604020202020204" pitchFamily="34" charset="0"/>
              <a:buChar cha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Battery capacity alone does not determine the selling price, as other features also influence pricing.</a:t>
            </a:r>
          </a:p>
          <a:p>
            <a:endParaRPr lang="en-US" dirty="0"/>
          </a:p>
        </p:txBody>
      </p:sp>
      <p:cxnSp>
        <p:nvCxnSpPr>
          <p:cNvPr id="5" name="Straight Connector 4">
            <a:extLst>
              <a:ext uri="{FF2B5EF4-FFF2-40B4-BE49-F238E27FC236}">
                <a16:creationId xmlns:a16="http://schemas.microsoft.com/office/drawing/2014/main" id="{8A791011-6E9A-3A89-BA1D-7CF2707789B6}"/>
              </a:ext>
            </a:extLst>
          </p:cNvPr>
          <p:cNvCxnSpPr/>
          <p:nvPr/>
        </p:nvCxnSpPr>
        <p:spPr>
          <a:xfrm>
            <a:off x="580103" y="1297858"/>
            <a:ext cx="10589342" cy="0"/>
          </a:xfrm>
          <a:prstGeom prst="line">
            <a:avLst/>
          </a:prstGeom>
        </p:spPr>
        <p:style>
          <a:lnRef idx="1">
            <a:schemeClr val="accent2"/>
          </a:lnRef>
          <a:fillRef idx="0">
            <a:schemeClr val="accent2"/>
          </a:fillRef>
          <a:effectRef idx="0">
            <a:schemeClr val="accent2"/>
          </a:effectRef>
          <a:fontRef idx="minor">
            <a:schemeClr val="tx1"/>
          </a:fontRef>
        </p:style>
      </p:cxnSp>
      <p:pic>
        <p:nvPicPr>
          <p:cNvPr id="7" name="Picture 6">
            <a:extLst>
              <a:ext uri="{FF2B5EF4-FFF2-40B4-BE49-F238E27FC236}">
                <a16:creationId xmlns:a16="http://schemas.microsoft.com/office/drawing/2014/main" id="{D04B61C4-362A-A8A1-4D42-E2F0E977DEDF}"/>
              </a:ext>
            </a:extLst>
          </p:cNvPr>
          <p:cNvPicPr>
            <a:picLocks noChangeAspect="1"/>
          </p:cNvPicPr>
          <p:nvPr/>
        </p:nvPicPr>
        <p:blipFill>
          <a:blip r:embed="rId2"/>
          <a:stretch>
            <a:fillRect/>
          </a:stretch>
        </p:blipFill>
        <p:spPr>
          <a:xfrm>
            <a:off x="844551" y="1465077"/>
            <a:ext cx="5224311" cy="453252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936184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97DD4-4C76-F62C-AC6B-526C5A643587}"/>
              </a:ext>
            </a:extLst>
          </p:cNvPr>
          <p:cNvSpPr>
            <a:spLocks noGrp="1"/>
          </p:cNvSpPr>
          <p:nvPr>
            <p:ph type="title"/>
          </p:nvPr>
        </p:nvSpPr>
        <p:spPr>
          <a:xfrm>
            <a:off x="428727" y="147484"/>
            <a:ext cx="10515600" cy="914707"/>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Multivariate Analysis</a:t>
            </a:r>
          </a:p>
        </p:txBody>
      </p:sp>
      <p:sp>
        <p:nvSpPr>
          <p:cNvPr id="3" name="Text Placeholder 2">
            <a:extLst>
              <a:ext uri="{FF2B5EF4-FFF2-40B4-BE49-F238E27FC236}">
                <a16:creationId xmlns:a16="http://schemas.microsoft.com/office/drawing/2014/main" id="{526ED022-94D6-3731-C657-76425CCA3EA1}"/>
              </a:ext>
            </a:extLst>
          </p:cNvPr>
          <p:cNvSpPr>
            <a:spLocks noGrp="1"/>
          </p:cNvSpPr>
          <p:nvPr>
            <p:ph type="body" idx="1"/>
          </p:nvPr>
        </p:nvSpPr>
        <p:spPr>
          <a:xfrm>
            <a:off x="6282814" y="1592826"/>
            <a:ext cx="5064636" cy="4496824"/>
          </a:xfrm>
        </p:spPr>
        <p:txBody>
          <a:bodyPr>
            <a:normAutofit lnSpcReduction="10000"/>
          </a:bodyPr>
          <a:lstStyle/>
          <a:p>
            <a:r>
              <a:rPr lang="en-US"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Key Observations :</a:t>
            </a:r>
          </a:p>
          <a:p>
            <a:pPr marL="571500" lvl="0" indent="-342900">
              <a:buFont typeface="Arial" panose="020B0604020202020204" pitchFamily="34" charset="0"/>
              <a:buChar cha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Premium brands generally offer smartphones with </a:t>
            </a:r>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higher RAM and higher prices</a:t>
            </a: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a:t>
            </a:r>
          </a:p>
          <a:p>
            <a:pPr marL="571500" lvl="0" indent="-342900">
              <a:buFont typeface="Arial" panose="020B0604020202020204" pitchFamily="34" charset="0"/>
              <a:buChar cha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Smartphones with </a:t>
            </a:r>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larger RAM and battery capacity</a:t>
            </a: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 tend to have higher selling prices.</a:t>
            </a:r>
          </a:p>
          <a:p>
            <a:pPr marL="571500" lvl="0" indent="-342900">
              <a:buFont typeface="Arial" panose="020B0604020202020204" pitchFamily="34" charset="0"/>
              <a:buChar cha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Budget brands are concentrated in the </a:t>
            </a:r>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lower price segments</a:t>
            </a: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 with standard specifications.</a:t>
            </a:r>
          </a:p>
          <a:p>
            <a:pPr marL="571500" lvl="0" indent="-342900">
              <a:buFont typeface="Arial" panose="020B0604020202020204" pitchFamily="34" charset="0"/>
              <a:buChar cha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Multiple features such as </a:t>
            </a:r>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RAM, Battery, Display, and Brand</a:t>
            </a: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 collectively influence smartphone pricing.</a:t>
            </a:r>
          </a:p>
          <a:p>
            <a:endParaRPr lang="en-US" dirty="0"/>
          </a:p>
        </p:txBody>
      </p:sp>
      <p:pic>
        <p:nvPicPr>
          <p:cNvPr id="5" name="Picture 4">
            <a:extLst>
              <a:ext uri="{FF2B5EF4-FFF2-40B4-BE49-F238E27FC236}">
                <a16:creationId xmlns:a16="http://schemas.microsoft.com/office/drawing/2014/main" id="{E7B88D5B-2919-403D-508C-0751E0D29A9E}"/>
              </a:ext>
            </a:extLst>
          </p:cNvPr>
          <p:cNvPicPr>
            <a:picLocks noChangeAspect="1"/>
          </p:cNvPicPr>
          <p:nvPr/>
        </p:nvPicPr>
        <p:blipFill>
          <a:blip r:embed="rId2"/>
          <a:stretch>
            <a:fillRect/>
          </a:stretch>
        </p:blipFill>
        <p:spPr>
          <a:xfrm>
            <a:off x="316580" y="1229032"/>
            <a:ext cx="6111770" cy="4801830"/>
          </a:xfrm>
          <a:prstGeom prst="rect">
            <a:avLst/>
          </a:prstGeom>
        </p:spPr>
      </p:pic>
      <p:cxnSp>
        <p:nvCxnSpPr>
          <p:cNvPr id="7" name="Straight Connector 6">
            <a:extLst>
              <a:ext uri="{FF2B5EF4-FFF2-40B4-BE49-F238E27FC236}">
                <a16:creationId xmlns:a16="http://schemas.microsoft.com/office/drawing/2014/main" id="{A96B4F27-D840-6B4F-91B2-E5702F84580F}"/>
              </a:ext>
            </a:extLst>
          </p:cNvPr>
          <p:cNvCxnSpPr/>
          <p:nvPr/>
        </p:nvCxnSpPr>
        <p:spPr>
          <a:xfrm>
            <a:off x="428727" y="1140542"/>
            <a:ext cx="11016021"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48205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B7601-214F-BE3C-969A-570852999D23}"/>
              </a:ext>
            </a:extLst>
          </p:cNvPr>
          <p:cNvSpPr>
            <a:spLocks noGrp="1"/>
          </p:cNvSpPr>
          <p:nvPr>
            <p:ph type="title"/>
          </p:nvPr>
        </p:nvSpPr>
        <p:spPr>
          <a:xfrm>
            <a:off x="320573" y="88491"/>
            <a:ext cx="10515600" cy="954036"/>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Overall Key Findings</a:t>
            </a:r>
          </a:p>
        </p:txBody>
      </p:sp>
      <p:sp>
        <p:nvSpPr>
          <p:cNvPr id="3" name="Text Placeholder 2">
            <a:extLst>
              <a:ext uri="{FF2B5EF4-FFF2-40B4-BE49-F238E27FC236}">
                <a16:creationId xmlns:a16="http://schemas.microsoft.com/office/drawing/2014/main" id="{074BDDE3-E32C-DF98-328C-F9BCE4740A76}"/>
              </a:ext>
            </a:extLst>
          </p:cNvPr>
          <p:cNvSpPr>
            <a:spLocks noGrp="1"/>
          </p:cNvSpPr>
          <p:nvPr>
            <p:ph type="body" idx="1"/>
          </p:nvPr>
        </p:nvSpPr>
        <p:spPr>
          <a:xfrm>
            <a:off x="831850" y="1740317"/>
            <a:ext cx="10515600" cy="4349334"/>
          </a:xfrm>
        </p:spPr>
        <p:txBody>
          <a:bodyPr>
            <a:normAutofit fontScale="92500" lnSpcReduction="10000"/>
          </a:bodyPr>
          <a:lstStyle/>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A total of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444 smartphone listings</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were successfully scraped and analyzed from Flipkart.</a:t>
            </a:r>
          </a:p>
          <a:p>
            <a:pPr marL="571500" lvl="0" indent="-342900">
              <a:buFont typeface="Wingdings" panose="05000000000000000000" pitchFamily="2" charset="2"/>
              <a:buChar char="Ø"/>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Samsung</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has the highest number of smartphone listings, indicating a strong market presence.</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Most smartphones fall within the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budget and mid-range price segments</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making them the most competitive categories.</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Smartphone prices generally increase with better specifications such as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higher RAM, larger storage, and bigger battery capacity</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Data cleaning and preprocessing improved the dataset quality by handling missing values and ensuring consistency.</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Exploratory Data Analysis (EDA) revealed valuable insights into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pricing trends, brand distribution, and smartphone specifications</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supporting data-driven decision-making.</a:t>
            </a:r>
          </a:p>
          <a:p>
            <a:endParaRPr lang="en-US" dirty="0"/>
          </a:p>
        </p:txBody>
      </p:sp>
      <p:cxnSp>
        <p:nvCxnSpPr>
          <p:cNvPr id="5" name="Straight Connector 4">
            <a:extLst>
              <a:ext uri="{FF2B5EF4-FFF2-40B4-BE49-F238E27FC236}">
                <a16:creationId xmlns:a16="http://schemas.microsoft.com/office/drawing/2014/main" id="{CE6C2E25-B59D-A496-398C-F2800E0C83A4}"/>
              </a:ext>
            </a:extLst>
          </p:cNvPr>
          <p:cNvCxnSpPr/>
          <p:nvPr/>
        </p:nvCxnSpPr>
        <p:spPr>
          <a:xfrm>
            <a:off x="471948" y="1219200"/>
            <a:ext cx="11228439"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320068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4828E-F104-DB85-C7EF-829574A3BA23}"/>
              </a:ext>
            </a:extLst>
          </p:cNvPr>
          <p:cNvSpPr>
            <a:spLocks noGrp="1"/>
          </p:cNvSpPr>
          <p:nvPr>
            <p:ph type="title"/>
          </p:nvPr>
        </p:nvSpPr>
        <p:spPr>
          <a:xfrm>
            <a:off x="556547" y="108155"/>
            <a:ext cx="10515600" cy="993365"/>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Business Recommendations</a:t>
            </a:r>
          </a:p>
        </p:txBody>
      </p:sp>
      <p:sp>
        <p:nvSpPr>
          <p:cNvPr id="3" name="Text Placeholder 2">
            <a:extLst>
              <a:ext uri="{FF2B5EF4-FFF2-40B4-BE49-F238E27FC236}">
                <a16:creationId xmlns:a16="http://schemas.microsoft.com/office/drawing/2014/main" id="{6235E918-3B80-D026-0C2E-6089EAD2E7ED}"/>
              </a:ext>
            </a:extLst>
          </p:cNvPr>
          <p:cNvSpPr>
            <a:spLocks noGrp="1"/>
          </p:cNvSpPr>
          <p:nvPr>
            <p:ph type="body" idx="1"/>
          </p:nvPr>
        </p:nvSpPr>
        <p:spPr>
          <a:xfrm>
            <a:off x="1268360" y="1602661"/>
            <a:ext cx="10079089" cy="4208200"/>
          </a:xfrm>
        </p:spPr>
        <p:txBody>
          <a:bodyPr>
            <a:normAutofit/>
          </a:bodyPr>
          <a:lstStyle/>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Focus on expanding the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Budget and Mid-Range</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smartphone portfolio, as these segments have the highest market presence.</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Maintain a strong inventory of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6 GB/8 GB RAM</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and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5000 </a:t>
            </a:r>
            <a:r>
              <a:rPr lang="en-US" b="1" dirty="0" err="1">
                <a:solidFill>
                  <a:schemeClr val="tx1">
                    <a:lumMod val="95000"/>
                    <a:lumOff val="5000"/>
                  </a:schemeClr>
                </a:solidFill>
                <a:latin typeface="Times New Roman" panose="02020603050405020304" pitchFamily="18" charset="0"/>
                <a:cs typeface="Times New Roman" panose="02020603050405020304" pitchFamily="18" charset="0"/>
              </a:rPr>
              <a:t>mAh</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 battery</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models to match customer demand.</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Strengthen marketing efforts for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high-performing brands</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while promoting emerging brands through targeted offers.</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Use pricing and specification insights to develop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competitive pricing strategies</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and improve customer engagement.</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Continuously monitor market trends through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web scraping and data analysis</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to support data-driven business decisions.</a:t>
            </a:r>
          </a:p>
          <a:p>
            <a:endParaRPr lang="en-US" dirty="0"/>
          </a:p>
        </p:txBody>
      </p:sp>
      <p:cxnSp>
        <p:nvCxnSpPr>
          <p:cNvPr id="5" name="Straight Connector 4">
            <a:extLst>
              <a:ext uri="{FF2B5EF4-FFF2-40B4-BE49-F238E27FC236}">
                <a16:creationId xmlns:a16="http://schemas.microsoft.com/office/drawing/2014/main" id="{B0028455-C7FD-E89A-AFA0-B741838E2A9A}"/>
              </a:ext>
            </a:extLst>
          </p:cNvPr>
          <p:cNvCxnSpPr/>
          <p:nvPr/>
        </p:nvCxnSpPr>
        <p:spPr>
          <a:xfrm>
            <a:off x="678426" y="1219200"/>
            <a:ext cx="10805651"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82389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065B4-DCFC-CABD-74F5-924EB33B3DCA}"/>
              </a:ext>
            </a:extLst>
          </p:cNvPr>
          <p:cNvSpPr>
            <a:spLocks noGrp="1"/>
          </p:cNvSpPr>
          <p:nvPr>
            <p:ph type="title"/>
          </p:nvPr>
        </p:nvSpPr>
        <p:spPr>
          <a:xfrm>
            <a:off x="663677" y="279913"/>
            <a:ext cx="10515600" cy="885210"/>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733E80AB-8D7B-5505-3F1D-5FA32C9E3904}"/>
              </a:ext>
            </a:extLst>
          </p:cNvPr>
          <p:cNvSpPr>
            <a:spLocks noGrp="1"/>
          </p:cNvSpPr>
          <p:nvPr>
            <p:ph type="body" idx="1"/>
          </p:nvPr>
        </p:nvSpPr>
        <p:spPr>
          <a:xfrm>
            <a:off x="1022555" y="2005781"/>
            <a:ext cx="9990598" cy="3293806"/>
          </a:xfrm>
        </p:spPr>
        <p:txBody>
          <a:bodyPr/>
          <a:lstStyle/>
          <a:p>
            <a:pPr algn="just"/>
            <a:r>
              <a:rPr lang="en-US" dirty="0">
                <a:solidFill>
                  <a:schemeClr val="tx1">
                    <a:lumMod val="95000"/>
                    <a:lumOff val="5000"/>
                  </a:schemeClr>
                </a:solidFill>
              </a:rPr>
              <a:t>				</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This project successfully demonstrated the end-to-end process of collecting smartphone data from Flipkart using Python-based web scraping, followed by data cleaning, preprocessing, and exploratory data analysis. The analysis provided valuable insights into smartphone pricing, brand distribution, RAM, battery capacity, and other key specifications, helping identify market trends and customer preferences. Overall, the project highlights the practical application of Python, Web Scraping, Pandas, NumPy, and Data Visualization techniques to transform raw data into meaningful business insights for informed decision-making.</a:t>
            </a:r>
          </a:p>
          <a:p>
            <a:endParaRPr lang="en-US" dirty="0"/>
          </a:p>
        </p:txBody>
      </p:sp>
      <p:cxnSp>
        <p:nvCxnSpPr>
          <p:cNvPr id="5" name="Straight Connector 4">
            <a:extLst>
              <a:ext uri="{FF2B5EF4-FFF2-40B4-BE49-F238E27FC236}">
                <a16:creationId xmlns:a16="http://schemas.microsoft.com/office/drawing/2014/main" id="{ACB070D5-7B30-CE8B-DB1B-4F6622E4CEBB}"/>
              </a:ext>
            </a:extLst>
          </p:cNvPr>
          <p:cNvCxnSpPr>
            <a:cxnSpLocks/>
          </p:cNvCxnSpPr>
          <p:nvPr/>
        </p:nvCxnSpPr>
        <p:spPr>
          <a:xfrm>
            <a:off x="688258" y="1445342"/>
            <a:ext cx="10491019"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234109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TotalTime>
  <Words>1237</Words>
  <Application>Microsoft Office PowerPoint</Application>
  <PresentationFormat>Widescreen</PresentationFormat>
  <Paragraphs>136</Paragraphs>
  <Slides>19</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Lato Black</vt:lpstr>
      <vt:lpstr>Libre Baskerville</vt:lpstr>
      <vt:lpstr>Calibri</vt:lpstr>
      <vt:lpstr>Times New Roman</vt:lpstr>
      <vt:lpstr>Wingdings</vt:lpstr>
      <vt:lpstr>Arial</vt:lpstr>
      <vt:lpstr>Office Theme</vt:lpstr>
      <vt:lpstr>PowerPoint Presentation</vt:lpstr>
      <vt:lpstr>About Me</vt:lpstr>
      <vt:lpstr>Table of contents</vt:lpstr>
      <vt:lpstr>Project Overview </vt:lpstr>
      <vt:lpstr>Project Workflow</vt:lpstr>
      <vt:lpstr>Business Scenario</vt:lpstr>
      <vt:lpstr>Business Objective</vt:lpstr>
      <vt:lpstr>Data Collection: Web Scraping Script </vt:lpstr>
      <vt:lpstr>Dataset Overview </vt:lpstr>
      <vt:lpstr>Data Dictionary </vt:lpstr>
      <vt:lpstr>Data Cleaning &amp; Preprocessing </vt:lpstr>
      <vt:lpstr>EDA: Price &amp; Smartphone Feature Distributions</vt:lpstr>
      <vt:lpstr>EDA: Brand &amp; Price Analysis</vt:lpstr>
      <vt:lpstr>EDA: Price vs Battery Capacity</vt:lpstr>
      <vt:lpstr>Multivariate Analysis</vt:lpstr>
      <vt:lpstr>Overall Key Findings</vt:lpstr>
      <vt:lpstr>Business Recommendations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Sivani Challa</cp:lastModifiedBy>
  <cp:revision>1</cp:revision>
  <dcterms:created xsi:type="dcterms:W3CDTF">2021-02-16T05:19:01Z</dcterms:created>
  <dcterms:modified xsi:type="dcterms:W3CDTF">2026-10-24T16:28:57Z</dcterms:modified>
</cp:coreProperties>
</file>